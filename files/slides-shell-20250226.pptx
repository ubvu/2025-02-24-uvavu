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 id="2147483666" r:id="rId3"/>
  </p:sldMasterIdLst>
  <p:notesMasterIdLst>
    <p:notesMasterId r:id="rId23"/>
  </p:notesMasterIdLst>
  <p:sldIdLst>
    <p:sldId id="256" r:id="rId4"/>
    <p:sldId id="257" r:id="rId5"/>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3588"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D759B7-3FDB-44D5-B4BE-77E79B63D540}" v="30" dt="2025-02-25T15:48:59.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497" autoAdjust="0"/>
  </p:normalViewPr>
  <p:slideViewPr>
    <p:cSldViewPr snapToGrid="0">
      <p:cViewPr varScale="1">
        <p:scale>
          <a:sx n="73" d="100"/>
          <a:sy n="73" d="100"/>
        </p:scale>
        <p:origin x="104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maas, M. (Meron)" userId="07e757d4-537c-4163-a1b3-d3c5a0864b7a" providerId="ADAL" clId="{2BD759B7-3FDB-44D5-B4BE-77E79B63D540}"/>
    <pc:docChg chg="undo redo custSel delSld modSld delMainMaster">
      <pc:chgData name="Vermaas, M. (Meron)" userId="07e757d4-537c-4163-a1b3-d3c5a0864b7a" providerId="ADAL" clId="{2BD759B7-3FDB-44D5-B4BE-77E79B63D540}" dt="2025-02-26T08:29:10.109" v="234" actId="20577"/>
      <pc:docMkLst>
        <pc:docMk/>
      </pc:docMkLst>
      <pc:sldChg chg="modSp mod">
        <pc:chgData name="Vermaas, M. (Meron)" userId="07e757d4-537c-4163-a1b3-d3c5a0864b7a" providerId="ADAL" clId="{2BD759B7-3FDB-44D5-B4BE-77E79B63D540}" dt="2025-02-26T08:29:10.109" v="234" actId="20577"/>
        <pc:sldMkLst>
          <pc:docMk/>
          <pc:sldMk cId="0" sldId="256"/>
        </pc:sldMkLst>
        <pc:spChg chg="mod">
          <ac:chgData name="Vermaas, M. (Meron)" userId="07e757d4-537c-4163-a1b3-d3c5a0864b7a" providerId="ADAL" clId="{2BD759B7-3FDB-44D5-B4BE-77E79B63D540}" dt="2025-02-26T08:29:10.109" v="234" actId="20577"/>
          <ac:spMkLst>
            <pc:docMk/>
            <pc:sldMk cId="0" sldId="256"/>
            <ac:spMk id="122" creationId="{00000000-0000-0000-0000-000000000000}"/>
          </ac:spMkLst>
        </pc:spChg>
      </pc:sldChg>
      <pc:sldChg chg="modSp mod">
        <pc:chgData name="Vermaas, M. (Meron)" userId="07e757d4-537c-4163-a1b3-d3c5a0864b7a" providerId="ADAL" clId="{2BD759B7-3FDB-44D5-B4BE-77E79B63D540}" dt="2025-02-26T08:08:10.078" v="222" actId="20577"/>
        <pc:sldMkLst>
          <pc:docMk/>
          <pc:sldMk cId="0" sldId="258"/>
        </pc:sldMkLst>
        <pc:spChg chg="mod">
          <ac:chgData name="Vermaas, M. (Meron)" userId="07e757d4-537c-4163-a1b3-d3c5a0864b7a" providerId="ADAL" clId="{2BD759B7-3FDB-44D5-B4BE-77E79B63D540}" dt="2025-02-26T08:08:10.078" v="222" actId="20577"/>
          <ac:spMkLst>
            <pc:docMk/>
            <pc:sldMk cId="0" sldId="258"/>
            <ac:spMk id="129" creationId="{00000000-0000-0000-0000-000000000000}"/>
          </ac:spMkLst>
        </pc:spChg>
      </pc:sldChg>
      <pc:sldChg chg="del">
        <pc:chgData name="Vermaas, M. (Meron)" userId="07e757d4-537c-4163-a1b3-d3c5a0864b7a" providerId="ADAL" clId="{2BD759B7-3FDB-44D5-B4BE-77E79B63D540}" dt="2025-02-25T13:00:55.852" v="83" actId="47"/>
        <pc:sldMkLst>
          <pc:docMk/>
          <pc:sldMk cId="0" sldId="259"/>
        </pc:sldMkLst>
      </pc:sldChg>
      <pc:sldChg chg="modSp mod">
        <pc:chgData name="Vermaas, M. (Meron)" userId="07e757d4-537c-4163-a1b3-d3c5a0864b7a" providerId="ADAL" clId="{2BD759B7-3FDB-44D5-B4BE-77E79B63D540}" dt="2025-02-25T13:02:45.975" v="90" actId="6549"/>
        <pc:sldMkLst>
          <pc:docMk/>
          <pc:sldMk cId="0" sldId="263"/>
        </pc:sldMkLst>
        <pc:spChg chg="mod">
          <ac:chgData name="Vermaas, M. (Meron)" userId="07e757d4-537c-4163-a1b3-d3c5a0864b7a" providerId="ADAL" clId="{2BD759B7-3FDB-44D5-B4BE-77E79B63D540}" dt="2025-02-25T13:01:23.704" v="85" actId="1076"/>
          <ac:spMkLst>
            <pc:docMk/>
            <pc:sldMk cId="0" sldId="263"/>
            <ac:spMk id="5" creationId="{00000000-0000-0000-0000-000000000000}"/>
          </ac:spMkLst>
        </pc:spChg>
        <pc:spChg chg="mod">
          <ac:chgData name="Vermaas, M. (Meron)" userId="07e757d4-537c-4163-a1b3-d3c5a0864b7a" providerId="ADAL" clId="{2BD759B7-3FDB-44D5-B4BE-77E79B63D540}" dt="2025-02-25T13:02:45.975" v="90" actId="6549"/>
          <ac:spMkLst>
            <pc:docMk/>
            <pc:sldMk cId="0" sldId="263"/>
            <ac:spMk id="149" creationId="{00000000-0000-0000-0000-000000000000}"/>
          </ac:spMkLst>
        </pc:spChg>
      </pc:sldChg>
      <pc:sldChg chg="addSp delSp modSp mod">
        <pc:chgData name="Vermaas, M. (Meron)" userId="07e757d4-537c-4163-a1b3-d3c5a0864b7a" providerId="ADAL" clId="{2BD759B7-3FDB-44D5-B4BE-77E79B63D540}" dt="2025-02-25T13:07:22.324" v="138" actId="478"/>
        <pc:sldMkLst>
          <pc:docMk/>
          <pc:sldMk cId="0" sldId="265"/>
        </pc:sldMkLst>
        <pc:spChg chg="add del">
          <ac:chgData name="Vermaas, M. (Meron)" userId="07e757d4-537c-4163-a1b3-d3c5a0864b7a" providerId="ADAL" clId="{2BD759B7-3FDB-44D5-B4BE-77E79B63D540}" dt="2025-02-25T13:07:22.324" v="138" actId="478"/>
          <ac:spMkLst>
            <pc:docMk/>
            <pc:sldMk cId="0" sldId="265"/>
            <ac:spMk id="5" creationId="{00000000-0000-0000-0000-000000000000}"/>
          </ac:spMkLst>
        </pc:spChg>
        <pc:spChg chg="mod">
          <ac:chgData name="Vermaas, M. (Meron)" userId="07e757d4-537c-4163-a1b3-d3c5a0864b7a" providerId="ADAL" clId="{2BD759B7-3FDB-44D5-B4BE-77E79B63D540}" dt="2025-02-25T13:04:16.726" v="94" actId="14100"/>
          <ac:spMkLst>
            <pc:docMk/>
            <pc:sldMk cId="0" sldId="265"/>
            <ac:spMk id="157" creationId="{00000000-0000-0000-0000-000000000000}"/>
          </ac:spMkLst>
        </pc:spChg>
      </pc:sldChg>
      <pc:sldChg chg="delSp modSp mod">
        <pc:chgData name="Vermaas, M. (Meron)" userId="07e757d4-537c-4163-a1b3-d3c5a0864b7a" providerId="ADAL" clId="{2BD759B7-3FDB-44D5-B4BE-77E79B63D540}" dt="2025-02-25T13:05:26.215" v="103" actId="403"/>
        <pc:sldMkLst>
          <pc:docMk/>
          <pc:sldMk cId="0" sldId="266"/>
        </pc:sldMkLst>
        <pc:spChg chg="del">
          <ac:chgData name="Vermaas, M. (Meron)" userId="07e757d4-537c-4163-a1b3-d3c5a0864b7a" providerId="ADAL" clId="{2BD759B7-3FDB-44D5-B4BE-77E79B63D540}" dt="2025-02-25T13:05:21.321" v="102" actId="478"/>
          <ac:spMkLst>
            <pc:docMk/>
            <pc:sldMk cId="0" sldId="266"/>
            <ac:spMk id="5" creationId="{00000000-0000-0000-0000-000000000000}"/>
          </ac:spMkLst>
        </pc:spChg>
        <pc:spChg chg="mod">
          <ac:chgData name="Vermaas, M. (Meron)" userId="07e757d4-537c-4163-a1b3-d3c5a0864b7a" providerId="ADAL" clId="{2BD759B7-3FDB-44D5-B4BE-77E79B63D540}" dt="2025-02-25T13:05:26.215" v="103" actId="403"/>
          <ac:spMkLst>
            <pc:docMk/>
            <pc:sldMk cId="0" sldId="266"/>
            <ac:spMk id="160" creationId="{00000000-0000-0000-0000-000000000000}"/>
          </ac:spMkLst>
        </pc:spChg>
        <pc:spChg chg="mod">
          <ac:chgData name="Vermaas, M. (Meron)" userId="07e757d4-537c-4163-a1b3-d3c5a0864b7a" providerId="ADAL" clId="{2BD759B7-3FDB-44D5-B4BE-77E79B63D540}" dt="2025-02-25T13:04:43.392" v="95" actId="1076"/>
          <ac:spMkLst>
            <pc:docMk/>
            <pc:sldMk cId="0" sldId="266"/>
            <ac:spMk id="162" creationId="{00000000-0000-0000-0000-000000000000}"/>
          </ac:spMkLst>
        </pc:spChg>
      </pc:sldChg>
      <pc:sldChg chg="modSp mod">
        <pc:chgData name="Vermaas, M. (Meron)" userId="07e757d4-537c-4163-a1b3-d3c5a0864b7a" providerId="ADAL" clId="{2BD759B7-3FDB-44D5-B4BE-77E79B63D540}" dt="2025-02-25T13:07:25.896" v="154" actId="404"/>
        <pc:sldMkLst>
          <pc:docMk/>
          <pc:sldMk cId="0" sldId="268"/>
        </pc:sldMkLst>
        <pc:spChg chg="mod">
          <ac:chgData name="Vermaas, M. (Meron)" userId="07e757d4-537c-4163-a1b3-d3c5a0864b7a" providerId="ADAL" clId="{2BD759B7-3FDB-44D5-B4BE-77E79B63D540}" dt="2025-02-25T13:07:25.896" v="154" actId="404"/>
          <ac:spMkLst>
            <pc:docMk/>
            <pc:sldMk cId="0" sldId="268"/>
            <ac:spMk id="167" creationId="{00000000-0000-0000-0000-000000000000}"/>
          </ac:spMkLst>
        </pc:spChg>
      </pc:sldChg>
      <pc:sldChg chg="addSp delSp modSp mod">
        <pc:chgData name="Vermaas, M. (Meron)" userId="07e757d4-537c-4163-a1b3-d3c5a0864b7a" providerId="ADAL" clId="{2BD759B7-3FDB-44D5-B4BE-77E79B63D540}" dt="2025-02-25T15:29:50.248" v="211" actId="1076"/>
        <pc:sldMkLst>
          <pc:docMk/>
          <pc:sldMk cId="0" sldId="269"/>
        </pc:sldMkLst>
        <pc:picChg chg="add del mod">
          <ac:chgData name="Vermaas, M. (Meron)" userId="07e757d4-537c-4163-a1b3-d3c5a0864b7a" providerId="ADAL" clId="{2BD759B7-3FDB-44D5-B4BE-77E79B63D540}" dt="2025-02-25T14:38:15.879" v="207" actId="478"/>
          <ac:picMkLst>
            <pc:docMk/>
            <pc:sldMk cId="0" sldId="269"/>
            <ac:picMk id="3" creationId="{D4C97850-3012-49E9-57CC-3C1F6844138E}"/>
          </ac:picMkLst>
        </pc:picChg>
        <pc:picChg chg="add mod">
          <ac:chgData name="Vermaas, M. (Meron)" userId="07e757d4-537c-4163-a1b3-d3c5a0864b7a" providerId="ADAL" clId="{2BD759B7-3FDB-44D5-B4BE-77E79B63D540}" dt="2025-02-25T15:29:50.248" v="211" actId="1076"/>
          <ac:picMkLst>
            <pc:docMk/>
            <pc:sldMk cId="0" sldId="269"/>
            <ac:picMk id="6" creationId="{2B8693EF-0DB0-8918-0942-D31C674DF2E7}"/>
          </ac:picMkLst>
        </pc:picChg>
      </pc:sldChg>
      <pc:sldChg chg="modSp mod">
        <pc:chgData name="Vermaas, M. (Meron)" userId="07e757d4-537c-4163-a1b3-d3c5a0864b7a" providerId="ADAL" clId="{2BD759B7-3FDB-44D5-B4BE-77E79B63D540}" dt="2025-02-25T14:28:59.971" v="198" actId="6549"/>
        <pc:sldMkLst>
          <pc:docMk/>
          <pc:sldMk cId="0" sldId="270"/>
        </pc:sldMkLst>
        <pc:spChg chg="mod">
          <ac:chgData name="Vermaas, M. (Meron)" userId="07e757d4-537c-4163-a1b3-d3c5a0864b7a" providerId="ADAL" clId="{2BD759B7-3FDB-44D5-B4BE-77E79B63D540}" dt="2025-02-25T14:28:59.971" v="198" actId="6549"/>
          <ac:spMkLst>
            <pc:docMk/>
            <pc:sldMk cId="0" sldId="270"/>
            <ac:spMk id="173" creationId="{00000000-0000-0000-0000-000000000000}"/>
          </ac:spMkLst>
        </pc:spChg>
      </pc:sldChg>
      <pc:sldChg chg="delSp modSp mod">
        <pc:chgData name="Vermaas, M. (Meron)" userId="07e757d4-537c-4163-a1b3-d3c5a0864b7a" providerId="ADAL" clId="{2BD759B7-3FDB-44D5-B4BE-77E79B63D540}" dt="2025-02-25T14:28:28.239" v="188" actId="478"/>
        <pc:sldMkLst>
          <pc:docMk/>
          <pc:sldMk cId="0" sldId="271"/>
        </pc:sldMkLst>
        <pc:spChg chg="del">
          <ac:chgData name="Vermaas, M. (Meron)" userId="07e757d4-537c-4163-a1b3-d3c5a0864b7a" providerId="ADAL" clId="{2BD759B7-3FDB-44D5-B4BE-77E79B63D540}" dt="2025-02-25T14:28:28.239" v="188" actId="478"/>
          <ac:spMkLst>
            <pc:docMk/>
            <pc:sldMk cId="0" sldId="271"/>
            <ac:spMk id="5" creationId="{00000000-0000-0000-0000-000000000000}"/>
          </ac:spMkLst>
        </pc:spChg>
        <pc:spChg chg="mod">
          <ac:chgData name="Vermaas, M. (Meron)" userId="07e757d4-537c-4163-a1b3-d3c5a0864b7a" providerId="ADAL" clId="{2BD759B7-3FDB-44D5-B4BE-77E79B63D540}" dt="2025-02-25T14:28:23.497" v="187" actId="6549"/>
          <ac:spMkLst>
            <pc:docMk/>
            <pc:sldMk cId="0" sldId="271"/>
            <ac:spMk id="176" creationId="{00000000-0000-0000-0000-000000000000}"/>
          </ac:spMkLst>
        </pc:spChg>
      </pc:sldChg>
      <pc:sldChg chg="delSp modSp mod modAnim">
        <pc:chgData name="Vermaas, M. (Meron)" userId="07e757d4-537c-4163-a1b3-d3c5a0864b7a" providerId="ADAL" clId="{2BD759B7-3FDB-44D5-B4BE-77E79B63D540}" dt="2025-02-25T15:40:54.869" v="212"/>
        <pc:sldMkLst>
          <pc:docMk/>
          <pc:sldMk cId="0" sldId="272"/>
        </pc:sldMkLst>
        <pc:spChg chg="del">
          <ac:chgData name="Vermaas, M. (Meron)" userId="07e757d4-537c-4163-a1b3-d3c5a0864b7a" providerId="ADAL" clId="{2BD759B7-3FDB-44D5-B4BE-77E79B63D540}" dt="2025-02-25T14:27:43.579" v="181" actId="478"/>
          <ac:spMkLst>
            <pc:docMk/>
            <pc:sldMk cId="0" sldId="272"/>
            <ac:spMk id="5" creationId="{00000000-0000-0000-0000-000000000000}"/>
          </ac:spMkLst>
        </pc:spChg>
        <pc:spChg chg="mod">
          <ac:chgData name="Vermaas, M. (Meron)" userId="07e757d4-537c-4163-a1b3-d3c5a0864b7a" providerId="ADAL" clId="{2BD759B7-3FDB-44D5-B4BE-77E79B63D540}" dt="2025-02-25T14:27:56.141" v="183" actId="20577"/>
          <ac:spMkLst>
            <pc:docMk/>
            <pc:sldMk cId="0" sldId="272"/>
            <ac:spMk id="179" creationId="{00000000-0000-0000-0000-000000000000}"/>
          </ac:spMkLst>
        </pc:spChg>
      </pc:sldChg>
      <pc:sldChg chg="delSp modSp mod">
        <pc:chgData name="Vermaas, M. (Meron)" userId="07e757d4-537c-4163-a1b3-d3c5a0864b7a" providerId="ADAL" clId="{2BD759B7-3FDB-44D5-B4BE-77E79B63D540}" dt="2025-02-25T14:27:29.101" v="180" actId="6549"/>
        <pc:sldMkLst>
          <pc:docMk/>
          <pc:sldMk cId="0" sldId="273"/>
        </pc:sldMkLst>
        <pc:spChg chg="del">
          <ac:chgData name="Vermaas, M. (Meron)" userId="07e757d4-537c-4163-a1b3-d3c5a0864b7a" providerId="ADAL" clId="{2BD759B7-3FDB-44D5-B4BE-77E79B63D540}" dt="2025-02-25T14:27:11.655" v="173" actId="478"/>
          <ac:spMkLst>
            <pc:docMk/>
            <pc:sldMk cId="0" sldId="273"/>
            <ac:spMk id="5" creationId="{00000000-0000-0000-0000-000000000000}"/>
          </ac:spMkLst>
        </pc:spChg>
        <pc:spChg chg="mod">
          <ac:chgData name="Vermaas, M. (Meron)" userId="07e757d4-537c-4163-a1b3-d3c5a0864b7a" providerId="ADAL" clId="{2BD759B7-3FDB-44D5-B4BE-77E79B63D540}" dt="2025-02-25T14:27:29.101" v="180" actId="6549"/>
          <ac:spMkLst>
            <pc:docMk/>
            <pc:sldMk cId="0" sldId="273"/>
            <ac:spMk id="182" creationId="{00000000-0000-0000-0000-000000000000}"/>
          </ac:spMkLst>
        </pc:spChg>
      </pc:sldChg>
      <pc:sldChg chg="addSp delSp modSp mod modAnim">
        <pc:chgData name="Vermaas, M. (Meron)" userId="07e757d4-537c-4163-a1b3-d3c5a0864b7a" providerId="ADAL" clId="{2BD759B7-3FDB-44D5-B4BE-77E79B63D540}" dt="2025-02-25T15:48:59.353" v="221"/>
        <pc:sldMkLst>
          <pc:docMk/>
          <pc:sldMk cId="0" sldId="274"/>
        </pc:sldMkLst>
        <pc:spChg chg="add mod">
          <ac:chgData name="Vermaas, M. (Meron)" userId="07e757d4-537c-4163-a1b3-d3c5a0864b7a" providerId="ADAL" clId="{2BD759B7-3FDB-44D5-B4BE-77E79B63D540}" dt="2025-02-25T15:48:57.723" v="220" actId="1076"/>
          <ac:spMkLst>
            <pc:docMk/>
            <pc:sldMk cId="0" sldId="274"/>
            <ac:spMk id="4" creationId="{19E62E76-8CB3-FD4E-2DDD-6708070EE5A5}"/>
          </ac:spMkLst>
        </pc:spChg>
        <pc:spChg chg="del">
          <ac:chgData name="Vermaas, M. (Meron)" userId="07e757d4-537c-4163-a1b3-d3c5a0864b7a" providerId="ADAL" clId="{2BD759B7-3FDB-44D5-B4BE-77E79B63D540}" dt="2025-02-25T14:26:20.620" v="165" actId="478"/>
          <ac:spMkLst>
            <pc:docMk/>
            <pc:sldMk cId="0" sldId="274"/>
            <ac:spMk id="5" creationId="{00000000-0000-0000-0000-000000000000}"/>
          </ac:spMkLst>
        </pc:spChg>
        <pc:spChg chg="mod">
          <ac:chgData name="Vermaas, M. (Meron)" userId="07e757d4-537c-4163-a1b3-d3c5a0864b7a" providerId="ADAL" clId="{2BD759B7-3FDB-44D5-B4BE-77E79B63D540}" dt="2025-02-25T14:34:42.994" v="204" actId="14100"/>
          <ac:spMkLst>
            <pc:docMk/>
            <pc:sldMk cId="0" sldId="274"/>
            <ac:spMk id="185" creationId="{00000000-0000-0000-0000-000000000000}"/>
          </ac:spMkLst>
        </pc:spChg>
        <pc:picChg chg="add mod">
          <ac:chgData name="Vermaas, M. (Meron)" userId="07e757d4-537c-4163-a1b3-d3c5a0864b7a" providerId="ADAL" clId="{2BD759B7-3FDB-44D5-B4BE-77E79B63D540}" dt="2025-02-25T15:46:21.309" v="216" actId="14100"/>
          <ac:picMkLst>
            <pc:docMk/>
            <pc:sldMk cId="0" sldId="274"/>
            <ac:picMk id="3" creationId="{CBE083B3-66FC-B800-2195-8DDEFF3F9A93}"/>
          </ac:picMkLst>
        </pc:picChg>
      </pc:sldChg>
      <pc:sldChg chg="delSp modSp mod">
        <pc:chgData name="Vermaas, M. (Meron)" userId="07e757d4-537c-4163-a1b3-d3c5a0864b7a" providerId="ADAL" clId="{2BD759B7-3FDB-44D5-B4BE-77E79B63D540}" dt="2025-02-25T14:25:54.235" v="161" actId="478"/>
        <pc:sldMkLst>
          <pc:docMk/>
          <pc:sldMk cId="0" sldId="275"/>
        </pc:sldMkLst>
        <pc:spChg chg="del mod">
          <ac:chgData name="Vermaas, M. (Meron)" userId="07e757d4-537c-4163-a1b3-d3c5a0864b7a" providerId="ADAL" clId="{2BD759B7-3FDB-44D5-B4BE-77E79B63D540}" dt="2025-02-25T14:25:54.235" v="161" actId="478"/>
          <ac:spMkLst>
            <pc:docMk/>
            <pc:sldMk cId="0" sldId="275"/>
            <ac:spMk id="5" creationId="{00000000-0000-0000-0000-000000000000}"/>
          </ac:spMkLst>
        </pc:spChg>
        <pc:spChg chg="mod">
          <ac:chgData name="Vermaas, M. (Meron)" userId="07e757d4-537c-4163-a1b3-d3c5a0864b7a" providerId="ADAL" clId="{2BD759B7-3FDB-44D5-B4BE-77E79B63D540}" dt="2025-02-25T14:25:49.128" v="159" actId="404"/>
          <ac:spMkLst>
            <pc:docMk/>
            <pc:sldMk cId="0" sldId="275"/>
            <ac:spMk id="188" creationId="{00000000-0000-0000-0000-000000000000}"/>
          </ac:spMkLst>
        </pc:spChg>
      </pc:sldChg>
      <pc:sldChg chg="del">
        <pc:chgData name="Vermaas, M. (Meron)" userId="07e757d4-537c-4163-a1b3-d3c5a0864b7a" providerId="ADAL" clId="{2BD759B7-3FDB-44D5-B4BE-77E79B63D540}" dt="2025-02-25T14:25:25.119" v="155" actId="47"/>
        <pc:sldMkLst>
          <pc:docMk/>
          <pc:sldMk cId="0" sldId="276"/>
        </pc:sldMkLst>
      </pc:sldChg>
      <pc:sldChg chg="del">
        <pc:chgData name="Vermaas, M. (Meron)" userId="07e757d4-537c-4163-a1b3-d3c5a0864b7a" providerId="ADAL" clId="{2BD759B7-3FDB-44D5-B4BE-77E79B63D540}" dt="2025-02-25T14:25:25.119" v="155" actId="47"/>
        <pc:sldMkLst>
          <pc:docMk/>
          <pc:sldMk cId="0" sldId="277"/>
        </pc:sldMkLst>
      </pc:sldChg>
      <pc:sldChg chg="del">
        <pc:chgData name="Vermaas, M. (Meron)" userId="07e757d4-537c-4163-a1b3-d3c5a0864b7a" providerId="ADAL" clId="{2BD759B7-3FDB-44D5-B4BE-77E79B63D540}" dt="2025-02-25T14:25:25.119" v="155" actId="47"/>
        <pc:sldMkLst>
          <pc:docMk/>
          <pc:sldMk cId="0" sldId="278"/>
        </pc:sldMkLst>
      </pc:sldChg>
      <pc:sldChg chg="del">
        <pc:chgData name="Vermaas, M. (Meron)" userId="07e757d4-537c-4163-a1b3-d3c5a0864b7a" providerId="ADAL" clId="{2BD759B7-3FDB-44D5-B4BE-77E79B63D540}" dt="2025-02-25T14:25:25.119" v="155" actId="47"/>
        <pc:sldMkLst>
          <pc:docMk/>
          <pc:sldMk cId="0" sldId="279"/>
        </pc:sldMkLst>
      </pc:sldChg>
      <pc:sldChg chg="del">
        <pc:chgData name="Vermaas, M. (Meron)" userId="07e757d4-537c-4163-a1b3-d3c5a0864b7a" providerId="ADAL" clId="{2BD759B7-3FDB-44D5-B4BE-77E79B63D540}" dt="2025-02-25T14:25:25.119" v="155" actId="47"/>
        <pc:sldMkLst>
          <pc:docMk/>
          <pc:sldMk cId="0" sldId="280"/>
        </pc:sldMkLst>
      </pc:sldChg>
      <pc:sldChg chg="del">
        <pc:chgData name="Vermaas, M. (Meron)" userId="07e757d4-537c-4163-a1b3-d3c5a0864b7a" providerId="ADAL" clId="{2BD759B7-3FDB-44D5-B4BE-77E79B63D540}" dt="2025-02-25T14:25:25.119" v="155" actId="47"/>
        <pc:sldMkLst>
          <pc:docMk/>
          <pc:sldMk cId="0" sldId="281"/>
        </pc:sldMkLst>
      </pc:sldChg>
      <pc:sldChg chg="del">
        <pc:chgData name="Vermaas, M. (Meron)" userId="07e757d4-537c-4163-a1b3-d3c5a0864b7a" providerId="ADAL" clId="{2BD759B7-3FDB-44D5-B4BE-77E79B63D540}" dt="2025-02-25T14:25:25.119" v="155" actId="47"/>
        <pc:sldMkLst>
          <pc:docMk/>
          <pc:sldMk cId="0" sldId="282"/>
        </pc:sldMkLst>
      </pc:sldChg>
      <pc:sldChg chg="del">
        <pc:chgData name="Vermaas, M. (Meron)" userId="07e757d4-537c-4163-a1b3-d3c5a0864b7a" providerId="ADAL" clId="{2BD759B7-3FDB-44D5-B4BE-77E79B63D540}" dt="2025-02-25T14:25:25.119" v="155" actId="47"/>
        <pc:sldMkLst>
          <pc:docMk/>
          <pc:sldMk cId="0" sldId="283"/>
        </pc:sldMkLst>
      </pc:sldChg>
      <pc:sldChg chg="del">
        <pc:chgData name="Vermaas, M. (Meron)" userId="07e757d4-537c-4163-a1b3-d3c5a0864b7a" providerId="ADAL" clId="{2BD759B7-3FDB-44D5-B4BE-77E79B63D540}" dt="2025-02-25T14:25:25.119" v="155" actId="47"/>
        <pc:sldMkLst>
          <pc:docMk/>
          <pc:sldMk cId="0" sldId="284"/>
        </pc:sldMkLst>
      </pc:sldChg>
      <pc:sldMasterChg chg="del delSldLayout">
        <pc:chgData name="Vermaas, M. (Meron)" userId="07e757d4-537c-4163-a1b3-d3c5a0864b7a" providerId="ADAL" clId="{2BD759B7-3FDB-44D5-B4BE-77E79B63D540}" dt="2025-02-25T13:00:19.628" v="13"/>
        <pc:sldMasterMkLst>
          <pc:docMk/>
          <pc:sldMasterMk cId="0" sldId="2147483650"/>
        </pc:sldMasterMkLst>
        <pc:sldLayoutChg chg="del">
          <pc:chgData name="Vermaas, M. (Meron)" userId="07e757d4-537c-4163-a1b3-d3c5a0864b7a" providerId="ADAL" clId="{2BD759B7-3FDB-44D5-B4BE-77E79B63D540}" dt="2025-02-25T13:00:19.628" v="13"/>
          <pc:sldLayoutMkLst>
            <pc:docMk/>
            <pc:sldMasterMk cId="0" sldId="2147483650"/>
            <pc:sldLayoutMk cId="0" sldId="2147483651"/>
          </pc:sldLayoutMkLst>
        </pc:sldLayoutChg>
      </pc:sldMasterChg>
      <pc:sldMasterChg chg="del delSldLayout">
        <pc:chgData name="Vermaas, M. (Meron)" userId="07e757d4-537c-4163-a1b3-d3c5a0864b7a" providerId="ADAL" clId="{2BD759B7-3FDB-44D5-B4BE-77E79B63D540}" dt="2025-02-25T14:25:25.119" v="155" actId="47"/>
        <pc:sldMasterMkLst>
          <pc:docMk/>
          <pc:sldMasterMk cId="0" sldId="2147483652"/>
        </pc:sldMasterMkLst>
        <pc:sldLayoutChg chg="del">
          <pc:chgData name="Vermaas, M. (Meron)" userId="07e757d4-537c-4163-a1b3-d3c5a0864b7a" providerId="ADAL" clId="{2BD759B7-3FDB-44D5-B4BE-77E79B63D540}" dt="2025-02-25T14:25:25.119" v="155" actId="47"/>
          <pc:sldLayoutMkLst>
            <pc:docMk/>
            <pc:sldMasterMk cId="0" sldId="2147483652"/>
            <pc:sldLayoutMk cId="0" sldId="2147483653"/>
          </pc:sldLayoutMkLst>
        </pc:sldLayoutChg>
      </pc:sldMasterChg>
      <pc:sldMasterChg chg="del delSldLayout">
        <pc:chgData name="Vermaas, M. (Meron)" userId="07e757d4-537c-4163-a1b3-d3c5a0864b7a" providerId="ADAL" clId="{2BD759B7-3FDB-44D5-B4BE-77E79B63D540}" dt="2025-02-25T13:00:19.643" v="14"/>
        <pc:sldMasterMkLst>
          <pc:docMk/>
          <pc:sldMasterMk cId="0" sldId="2147483654"/>
        </pc:sldMasterMkLst>
        <pc:sldLayoutChg chg="del">
          <pc:chgData name="Vermaas, M. (Meron)" userId="07e757d4-537c-4163-a1b3-d3c5a0864b7a" providerId="ADAL" clId="{2BD759B7-3FDB-44D5-B4BE-77E79B63D540}" dt="2025-02-25T13:00:19.643" v="14"/>
          <pc:sldLayoutMkLst>
            <pc:docMk/>
            <pc:sldMasterMk cId="0" sldId="2147483654"/>
            <pc:sldLayoutMk cId="0" sldId="2147483655"/>
          </pc:sldLayoutMkLst>
        </pc:sldLayoutChg>
      </pc:sldMasterChg>
      <pc:sldMasterChg chg="del delSldLayout">
        <pc:chgData name="Vermaas, M. (Meron)" userId="07e757d4-537c-4163-a1b3-d3c5a0864b7a" providerId="ADAL" clId="{2BD759B7-3FDB-44D5-B4BE-77E79B63D540}" dt="2025-02-25T13:00:19.643" v="15"/>
        <pc:sldMasterMkLst>
          <pc:docMk/>
          <pc:sldMasterMk cId="0" sldId="2147483656"/>
        </pc:sldMasterMkLst>
        <pc:sldLayoutChg chg="del">
          <pc:chgData name="Vermaas, M. (Meron)" userId="07e757d4-537c-4163-a1b3-d3c5a0864b7a" providerId="ADAL" clId="{2BD759B7-3FDB-44D5-B4BE-77E79B63D540}" dt="2025-02-25T13:00:19.643" v="15"/>
          <pc:sldLayoutMkLst>
            <pc:docMk/>
            <pc:sldMasterMk cId="0" sldId="2147483656"/>
            <pc:sldLayoutMk cId="0" sldId="2147483657"/>
          </pc:sldLayoutMkLst>
        </pc:sldLayoutChg>
      </pc:sldMasterChg>
      <pc:sldMasterChg chg="del delSldLayout">
        <pc:chgData name="Vermaas, M. (Meron)" userId="07e757d4-537c-4163-a1b3-d3c5a0864b7a" providerId="ADAL" clId="{2BD759B7-3FDB-44D5-B4BE-77E79B63D540}" dt="2025-02-25T13:00:19.643" v="16"/>
        <pc:sldMasterMkLst>
          <pc:docMk/>
          <pc:sldMasterMk cId="0" sldId="2147483658"/>
        </pc:sldMasterMkLst>
        <pc:sldLayoutChg chg="del">
          <pc:chgData name="Vermaas, M. (Meron)" userId="07e757d4-537c-4163-a1b3-d3c5a0864b7a" providerId="ADAL" clId="{2BD759B7-3FDB-44D5-B4BE-77E79B63D540}" dt="2025-02-25T13:00:19.643" v="16"/>
          <pc:sldLayoutMkLst>
            <pc:docMk/>
            <pc:sldMasterMk cId="0" sldId="2147483658"/>
            <pc:sldLayoutMk cId="0" sldId="2147483659"/>
          </pc:sldLayoutMkLst>
        </pc:sldLayoutChg>
      </pc:sldMasterChg>
      <pc:sldMasterChg chg="del delSldLayout">
        <pc:chgData name="Vermaas, M. (Meron)" userId="07e757d4-537c-4163-a1b3-d3c5a0864b7a" providerId="ADAL" clId="{2BD759B7-3FDB-44D5-B4BE-77E79B63D540}" dt="2025-02-25T13:00:19.643" v="17"/>
        <pc:sldMasterMkLst>
          <pc:docMk/>
          <pc:sldMasterMk cId="0" sldId="2147483660"/>
        </pc:sldMasterMkLst>
        <pc:sldLayoutChg chg="del">
          <pc:chgData name="Vermaas, M. (Meron)" userId="07e757d4-537c-4163-a1b3-d3c5a0864b7a" providerId="ADAL" clId="{2BD759B7-3FDB-44D5-B4BE-77E79B63D540}" dt="2025-02-25T13:00:19.643" v="17"/>
          <pc:sldLayoutMkLst>
            <pc:docMk/>
            <pc:sldMasterMk cId="0" sldId="2147483660"/>
            <pc:sldLayoutMk cId="0" sldId="2147483661"/>
          </pc:sldLayoutMkLst>
        </pc:sldLayoutChg>
      </pc:sldMasterChg>
      <pc:sldMasterChg chg="del delSldLayout">
        <pc:chgData name="Vermaas, M. (Meron)" userId="07e757d4-537c-4163-a1b3-d3c5a0864b7a" providerId="ADAL" clId="{2BD759B7-3FDB-44D5-B4BE-77E79B63D540}" dt="2025-02-25T13:00:19.643" v="18"/>
        <pc:sldMasterMkLst>
          <pc:docMk/>
          <pc:sldMasterMk cId="0" sldId="2147483662"/>
        </pc:sldMasterMkLst>
        <pc:sldLayoutChg chg="del">
          <pc:chgData name="Vermaas, M. (Meron)" userId="07e757d4-537c-4163-a1b3-d3c5a0864b7a" providerId="ADAL" clId="{2BD759B7-3FDB-44D5-B4BE-77E79B63D540}" dt="2025-02-25T13:00:19.643" v="18"/>
          <pc:sldLayoutMkLst>
            <pc:docMk/>
            <pc:sldMasterMk cId="0" sldId="2147483662"/>
            <pc:sldLayoutMk cId="0" sldId="2147483663"/>
          </pc:sldLayoutMkLst>
        </pc:sldLayoutChg>
      </pc:sldMasterChg>
      <pc:sldMasterChg chg="del delSldLayout">
        <pc:chgData name="Vermaas, M. (Meron)" userId="07e757d4-537c-4163-a1b3-d3c5a0864b7a" providerId="ADAL" clId="{2BD759B7-3FDB-44D5-B4BE-77E79B63D540}" dt="2025-02-25T13:00:19.643" v="19"/>
        <pc:sldMasterMkLst>
          <pc:docMk/>
          <pc:sldMasterMk cId="0" sldId="2147483668"/>
        </pc:sldMasterMkLst>
        <pc:sldLayoutChg chg="del">
          <pc:chgData name="Vermaas, M. (Meron)" userId="07e757d4-537c-4163-a1b3-d3c5a0864b7a" providerId="ADAL" clId="{2BD759B7-3FDB-44D5-B4BE-77E79B63D540}" dt="2025-02-25T13:00:19.643" v="19"/>
          <pc:sldLayoutMkLst>
            <pc:docMk/>
            <pc:sldMasterMk cId="0" sldId="2147483668"/>
            <pc:sldLayoutMk cId="0" sldId="2147483669"/>
          </pc:sldLayoutMkLst>
        </pc:sldLayoutChg>
      </pc:sldMasterChg>
      <pc:sldMasterChg chg="del delSldLayout">
        <pc:chgData name="Vermaas, M. (Meron)" userId="07e757d4-537c-4163-a1b3-d3c5a0864b7a" providerId="ADAL" clId="{2BD759B7-3FDB-44D5-B4BE-77E79B63D540}" dt="2025-02-25T13:00:19.643" v="20"/>
        <pc:sldMasterMkLst>
          <pc:docMk/>
          <pc:sldMasterMk cId="0" sldId="2147483670"/>
        </pc:sldMasterMkLst>
        <pc:sldLayoutChg chg="del">
          <pc:chgData name="Vermaas, M. (Meron)" userId="07e757d4-537c-4163-a1b3-d3c5a0864b7a" providerId="ADAL" clId="{2BD759B7-3FDB-44D5-B4BE-77E79B63D540}" dt="2025-02-25T13:00:19.643" v="20"/>
          <pc:sldLayoutMkLst>
            <pc:docMk/>
            <pc:sldMasterMk cId="0" sldId="2147483670"/>
            <pc:sldLayoutMk cId="0" sldId="2147483671"/>
          </pc:sldLayoutMkLst>
        </pc:sldLayoutChg>
      </pc:sldMasterChg>
      <pc:sldMasterChg chg="del delSldLayout">
        <pc:chgData name="Vermaas, M. (Meron)" userId="07e757d4-537c-4163-a1b3-d3c5a0864b7a" providerId="ADAL" clId="{2BD759B7-3FDB-44D5-B4BE-77E79B63D540}" dt="2025-02-25T13:00:19.643" v="21"/>
        <pc:sldMasterMkLst>
          <pc:docMk/>
          <pc:sldMasterMk cId="0" sldId="2147483672"/>
        </pc:sldMasterMkLst>
        <pc:sldLayoutChg chg="del">
          <pc:chgData name="Vermaas, M. (Meron)" userId="07e757d4-537c-4163-a1b3-d3c5a0864b7a" providerId="ADAL" clId="{2BD759B7-3FDB-44D5-B4BE-77E79B63D540}" dt="2025-02-25T13:00:19.643" v="21"/>
          <pc:sldLayoutMkLst>
            <pc:docMk/>
            <pc:sldMasterMk cId="0" sldId="2147483672"/>
            <pc:sldLayoutMk cId="0" sldId="2147483673"/>
          </pc:sldLayoutMkLst>
        </pc:sldLayoutChg>
      </pc:sldMasterChg>
      <pc:sldMasterChg chg="del delSldLayout">
        <pc:chgData name="Vermaas, M. (Meron)" userId="07e757d4-537c-4163-a1b3-d3c5a0864b7a" providerId="ADAL" clId="{2BD759B7-3FDB-44D5-B4BE-77E79B63D540}" dt="2025-02-25T13:00:19.643" v="22"/>
        <pc:sldMasterMkLst>
          <pc:docMk/>
          <pc:sldMasterMk cId="0" sldId="2147483674"/>
        </pc:sldMasterMkLst>
        <pc:sldLayoutChg chg="del">
          <pc:chgData name="Vermaas, M. (Meron)" userId="07e757d4-537c-4163-a1b3-d3c5a0864b7a" providerId="ADAL" clId="{2BD759B7-3FDB-44D5-B4BE-77E79B63D540}" dt="2025-02-25T13:00:19.643" v="22"/>
          <pc:sldLayoutMkLst>
            <pc:docMk/>
            <pc:sldMasterMk cId="0" sldId="2147483674"/>
            <pc:sldLayoutMk cId="0" sldId="2147483675"/>
          </pc:sldLayoutMkLst>
        </pc:sldLayoutChg>
      </pc:sldMasterChg>
      <pc:sldMasterChg chg="del delSldLayout">
        <pc:chgData name="Vermaas, M. (Meron)" userId="07e757d4-537c-4163-a1b3-d3c5a0864b7a" providerId="ADAL" clId="{2BD759B7-3FDB-44D5-B4BE-77E79B63D540}" dt="2025-02-25T13:00:19.643" v="23"/>
        <pc:sldMasterMkLst>
          <pc:docMk/>
          <pc:sldMasterMk cId="0" sldId="2147483676"/>
        </pc:sldMasterMkLst>
        <pc:sldLayoutChg chg="del">
          <pc:chgData name="Vermaas, M. (Meron)" userId="07e757d4-537c-4163-a1b3-d3c5a0864b7a" providerId="ADAL" clId="{2BD759B7-3FDB-44D5-B4BE-77E79B63D540}" dt="2025-02-25T13:00:19.643" v="23"/>
          <pc:sldLayoutMkLst>
            <pc:docMk/>
            <pc:sldMasterMk cId="0" sldId="2147483676"/>
            <pc:sldLayoutMk cId="0" sldId="2147483677"/>
          </pc:sldLayoutMkLst>
        </pc:sldLayoutChg>
      </pc:sldMasterChg>
      <pc:sldMasterChg chg="del delSldLayout">
        <pc:chgData name="Vermaas, M. (Meron)" userId="07e757d4-537c-4163-a1b3-d3c5a0864b7a" providerId="ADAL" clId="{2BD759B7-3FDB-44D5-B4BE-77E79B63D540}" dt="2025-02-25T13:00:19.643" v="24"/>
        <pc:sldMasterMkLst>
          <pc:docMk/>
          <pc:sldMasterMk cId="0" sldId="2147483678"/>
        </pc:sldMasterMkLst>
        <pc:sldLayoutChg chg="del">
          <pc:chgData name="Vermaas, M. (Meron)" userId="07e757d4-537c-4163-a1b3-d3c5a0864b7a" providerId="ADAL" clId="{2BD759B7-3FDB-44D5-B4BE-77E79B63D540}" dt="2025-02-25T13:00:19.643" v="24"/>
          <pc:sldLayoutMkLst>
            <pc:docMk/>
            <pc:sldMasterMk cId="0" sldId="2147483678"/>
            <pc:sldLayoutMk cId="0"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r>
              <a:rPr lang="nl-NL" sz="1800" b="0" strike="noStrike" spc="-1">
                <a:solidFill>
                  <a:schemeClr val="dk1"/>
                </a:solidFill>
                <a:latin typeface="Calibri"/>
              </a:rPr>
              <a:t>Click to move the slide</a:t>
            </a:r>
          </a:p>
        </p:txBody>
      </p:sp>
      <p:sp>
        <p:nvSpPr>
          <p:cNvPr id="11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Calibri"/>
              </a:rPr>
              <a:t>Click to edit the notes format</a:t>
            </a:r>
          </a:p>
        </p:txBody>
      </p:sp>
      <p:sp>
        <p:nvSpPr>
          <p:cNvPr id="118"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&lt;header&gt;</a:t>
            </a:r>
          </a:p>
        </p:txBody>
      </p:sp>
      <p:sp>
        <p:nvSpPr>
          <p:cNvPr id="119" name="PlaceHolder 4"/>
          <p:cNvSpPr>
            <a:spLocks noGrp="1"/>
          </p:cNvSpPr>
          <p:nvPr>
            <p:ph type="dt" idx="17"/>
          </p:nvPr>
        </p:nvSpPr>
        <p:spPr>
          <a:xfrm>
            <a:off x="4399200" y="0"/>
            <a:ext cx="3372840" cy="50256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&lt;date/time&gt;</a:t>
            </a:r>
          </a:p>
        </p:txBody>
      </p:sp>
      <p:sp>
        <p:nvSpPr>
          <p:cNvPr id="120" name="PlaceHolder 5"/>
          <p:cNvSpPr>
            <a:spLocks noGrp="1"/>
          </p:cNvSpPr>
          <p:nvPr>
            <p:ph type="ftr" idx="18"/>
          </p:nvPr>
        </p:nvSpPr>
        <p:spPr>
          <a:xfrm>
            <a:off x="0" y="9555480"/>
            <a:ext cx="3372840" cy="50256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&lt;footer&gt;</a:t>
            </a:r>
          </a:p>
        </p:txBody>
      </p:sp>
      <p:sp>
        <p:nvSpPr>
          <p:cNvPr id="121" name="PlaceHolder 6"/>
          <p:cNvSpPr>
            <a:spLocks noGrp="1"/>
          </p:cNvSpPr>
          <p:nvPr>
            <p:ph type="sldNum" idx="1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1CD24D75-7FC0-4FDE-AAAA-0247F721B215}" type="slidenum">
              <a:rPr lang="en-US" sz="1400" b="0" strike="noStrike" spc="-1">
                <a:solidFill>
                  <a:srgbClr val="000000"/>
                </a:solidFill>
                <a:latin typeface="Calibri"/>
              </a:r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noRot="1" noChangeAspect="1"/>
          </p:cNvSpPr>
          <p:nvPr>
            <p:ph type="sldImg"/>
          </p:nvPr>
        </p:nvSpPr>
        <p:spPr>
          <a:xfrm>
            <a:off x="685800" y="1143000"/>
            <a:ext cx="5486400" cy="3086100"/>
          </a:xfrm>
          <a:prstGeom prst="rect">
            <a:avLst/>
          </a:prstGeom>
          <a:ln w="0">
            <a:noFill/>
          </a:ln>
        </p:spPr>
      </p:sp>
      <p:sp>
        <p:nvSpPr>
          <p:cNvPr id="2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Calibri"/>
            </a:endParaRPr>
          </a:p>
        </p:txBody>
      </p:sp>
      <p:sp>
        <p:nvSpPr>
          <p:cNvPr id="225"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strike="noStrike" spc="-1">
                <a:solidFill>
                  <a:srgbClr val="000000"/>
                </a:solidFill>
                <a:latin typeface="Calibri"/>
              </a:defRPr>
            </a:lvl1pPr>
          </a:lstStyle>
          <a:p>
            <a:pPr indent="0" algn="r">
              <a:lnSpc>
                <a:spcPct val="100000"/>
              </a:lnSpc>
              <a:buNone/>
            </a:pPr>
            <a:fld id="{232EBF33-1AD1-426A-8736-F651FDF8074F}" type="slidenum">
              <a:rPr lang="nl-NL" sz="1200" b="0" strike="noStrike" spc="-1">
                <a:solidFill>
                  <a:srgbClr val="000000"/>
                </a:solidFill>
                <a:latin typeface="Calibri"/>
              </a:rPr>
              <a:t>3</a:t>
            </a:fld>
            <a:endParaRPr lang="en-US" sz="1200" b="0" strike="noStrike" spc="-1">
              <a:solidFill>
                <a:srgbClr val="000000"/>
              </a:solidFill>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ver">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ver with faculty nam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ext only">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498E955F-BE0B-4343-8335-D5773A337D99}"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
          <p:cNvSpPr/>
          <p:nvPr/>
        </p:nvSpPr>
        <p:spPr>
          <a:xfrm flipH="1">
            <a:off x="0" y="0"/>
            <a:ext cx="1234800" cy="6857640"/>
          </a:xfrm>
          <a:prstGeom prst="rect">
            <a:avLst/>
          </a:prstGeom>
          <a:solidFill>
            <a:srgbClr val="F2EFE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350" b="0" strike="noStrike" spc="-1">
              <a:solidFill>
                <a:schemeClr val="lt1"/>
              </a:solidFill>
              <a:latin typeface="Calibri"/>
            </a:endParaRPr>
          </a:p>
        </p:txBody>
      </p:sp>
      <p:sp>
        <p:nvSpPr>
          <p:cNvPr id="8" name="Rechthoek 10"/>
          <p:cNvSpPr/>
          <p:nvPr/>
        </p:nvSpPr>
        <p:spPr>
          <a:xfrm>
            <a:off x="0" y="5040"/>
            <a:ext cx="12193200" cy="2131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horzOverflow="overflow" numCol="1" spcCol="0" anchor="ctr">
            <a:noAutofit/>
          </a:bodyPr>
          <a:lstStyle/>
          <a:p>
            <a:pPr algn="ctr" defTabSz="914400">
              <a:lnSpc>
                <a:spcPct val="100000"/>
              </a:lnSpc>
            </a:pPr>
            <a:endParaRPr lang="nl-NL" sz="1800" b="0" strike="noStrike" spc="-1">
              <a:solidFill>
                <a:schemeClr val="lt1"/>
              </a:solidFill>
              <a:latin typeface="Calibri"/>
            </a:endParaRPr>
          </a:p>
        </p:txBody>
      </p:sp>
      <p:sp>
        <p:nvSpPr>
          <p:cNvPr id="2" name="Rechthoek 12"/>
          <p:cNvSpPr/>
          <p:nvPr/>
        </p:nvSpPr>
        <p:spPr>
          <a:xfrm>
            <a:off x="450720" y="1685880"/>
            <a:ext cx="11293200" cy="4721040"/>
          </a:xfrm>
          <a:prstGeom prst="rect">
            <a:avLst/>
          </a:prstGeom>
          <a:solidFill>
            <a:srgbClr val="0077B3"/>
          </a:solidFill>
          <a:ln>
            <a:noFill/>
          </a:ln>
        </p:spPr>
        <p:style>
          <a:lnRef idx="2">
            <a:schemeClr val="accent1">
              <a:shade val="50000"/>
            </a:schemeClr>
          </a:lnRef>
          <a:fillRef idx="1">
            <a:schemeClr val="accent1"/>
          </a:fillRef>
          <a:effectRef idx="0">
            <a:schemeClr val="accent1"/>
          </a:effectRef>
          <a:fontRef idx="minor"/>
        </p:style>
        <p:txBody>
          <a:bodyPr horzOverflow="overflow" numCol="1" spcCol="0" anchor="ctr">
            <a:noAutofit/>
          </a:bodyPr>
          <a:lstStyle/>
          <a:p>
            <a:pPr algn="ctr" defTabSz="914400">
              <a:lnSpc>
                <a:spcPct val="100000"/>
              </a:lnSpc>
            </a:pPr>
            <a:endParaRPr lang="nl-NL" sz="1800" b="0" strike="noStrike" spc="-1">
              <a:solidFill>
                <a:schemeClr val="lt2"/>
              </a:solidFill>
              <a:latin typeface="Calibri"/>
            </a:endParaRPr>
          </a:p>
        </p:txBody>
      </p:sp>
      <p:sp>
        <p:nvSpPr>
          <p:cNvPr id="3" name="PlaceHolder 1"/>
          <p:cNvSpPr>
            <a:spLocks noGrp="1"/>
          </p:cNvSpPr>
          <p:nvPr>
            <p:ph type="body"/>
          </p:nvPr>
        </p:nvSpPr>
        <p:spPr>
          <a:xfrm>
            <a:off x="900000" y="2136600"/>
            <a:ext cx="5196240" cy="3819240"/>
          </a:xfrm>
          <a:prstGeom prst="rect">
            <a:avLst/>
          </a:prstGeom>
          <a:noFill/>
          <a:ln w="0">
            <a:noFill/>
          </a:ln>
        </p:spPr>
        <p:txBody>
          <a:bodyPr lIns="0" tIns="0" rIns="0" bIns="0" anchor="t">
            <a:noAutofit/>
          </a:bodyPr>
          <a:lstStyle/>
          <a:p>
            <a:pPr indent="0" defTabSz="685800">
              <a:lnSpc>
                <a:spcPct val="90000"/>
              </a:lnSpc>
              <a:buNone/>
              <a:tabLst>
                <a:tab pos="0" algn="l"/>
              </a:tabLst>
            </a:pPr>
            <a:r>
              <a:rPr lang="nl-NL" sz="3200" b="0" strike="noStrike" spc="-1">
                <a:solidFill>
                  <a:schemeClr val="lt2"/>
                </a:solidFill>
                <a:latin typeface="DIN Pro Medium"/>
              </a:rPr>
              <a:t>Tekststijl van het model bewerken</a:t>
            </a:r>
            <a:endParaRPr lang="nl-NL" sz="3200" b="0" strike="noStrike" spc="-1">
              <a:solidFill>
                <a:schemeClr val="dk2"/>
              </a:solidFill>
              <a:latin typeface="DIN Pro Medium"/>
            </a:endParaRPr>
          </a:p>
          <a:p>
            <a:pPr indent="0" defTabSz="685800">
              <a:lnSpc>
                <a:spcPct val="110000"/>
              </a:lnSpc>
              <a:buNone/>
              <a:tabLst>
                <a:tab pos="0" algn="l"/>
              </a:tabLst>
            </a:pPr>
            <a:r>
              <a:rPr lang="nl-NL" sz="2400" b="0" strike="noStrike" spc="-1">
                <a:solidFill>
                  <a:schemeClr val="lt2"/>
                </a:solidFill>
                <a:latin typeface="DINPro"/>
              </a:rPr>
              <a:t>Tweede niveau</a:t>
            </a:r>
            <a:endParaRPr lang="nl-NL" sz="2400" b="0" strike="noStrike" spc="-1">
              <a:solidFill>
                <a:schemeClr val="dk2"/>
              </a:solidFill>
              <a:latin typeface="DIN Pro Medium"/>
            </a:endParaRPr>
          </a:p>
          <a:p>
            <a:pPr indent="0" defTabSz="685800">
              <a:lnSpc>
                <a:spcPct val="110000"/>
              </a:lnSpc>
              <a:buNone/>
              <a:tabLst>
                <a:tab pos="0" algn="l"/>
              </a:tabLst>
            </a:pPr>
            <a:r>
              <a:rPr lang="nl-NL" sz="1800" b="0" strike="noStrike" spc="-1">
                <a:solidFill>
                  <a:schemeClr val="lt2"/>
                </a:solidFill>
                <a:latin typeface="DINPro"/>
              </a:rPr>
              <a:t>Derde niveau</a:t>
            </a:r>
            <a:endParaRPr lang="nl-NL" sz="1800" b="0" strike="noStrike" spc="-1">
              <a:solidFill>
                <a:schemeClr val="dk2"/>
              </a:solidFill>
              <a:latin typeface="DIN Pro Medium"/>
            </a:endParaRPr>
          </a:p>
          <a:p>
            <a:pPr indent="0" defTabSz="685800">
              <a:lnSpc>
                <a:spcPct val="110000"/>
              </a:lnSpc>
              <a:buNone/>
              <a:tabLst>
                <a:tab pos="0" algn="l"/>
              </a:tabLst>
            </a:pPr>
            <a:r>
              <a:rPr lang="nl-NL" sz="1800" b="0" strike="noStrike" spc="-1">
                <a:solidFill>
                  <a:schemeClr val="lt2"/>
                </a:solidFill>
                <a:latin typeface="DINPro"/>
              </a:rPr>
              <a:t>Vierde niveau</a:t>
            </a:r>
            <a:endParaRPr lang="nl-NL" sz="1800" b="0" strike="noStrike" spc="-1">
              <a:solidFill>
                <a:schemeClr val="dk2"/>
              </a:solidFill>
              <a:latin typeface="DIN Pro Medium"/>
            </a:endParaRPr>
          </a:p>
          <a:p>
            <a:pPr marL="450720" lvl="2" indent="-277920" defTabSz="685800">
              <a:lnSpc>
                <a:spcPct val="110000"/>
              </a:lnSpc>
              <a:buClr>
                <a:srgbClr val="FFFFFF"/>
              </a:buClr>
              <a:buFont typeface="Arial"/>
              <a:buChar char="•"/>
              <a:tabLst>
                <a:tab pos="0" algn="l"/>
              </a:tabLst>
            </a:pPr>
            <a:r>
              <a:rPr lang="nl-NL" sz="1800" b="0" strike="noStrike" spc="-1">
                <a:solidFill>
                  <a:schemeClr val="lt2"/>
                </a:solidFill>
                <a:latin typeface="DINPro"/>
              </a:rPr>
              <a:t>Vijfde niveau</a:t>
            </a:r>
            <a:endParaRPr lang="en-US" sz="1800" b="0" strike="noStrike" spc="-1">
              <a:solidFill>
                <a:schemeClr val="dk1"/>
              </a:solidFill>
              <a:latin typeface="DINPro"/>
            </a:endParaRPr>
          </a:p>
        </p:txBody>
      </p:sp>
      <p:pic>
        <p:nvPicPr>
          <p:cNvPr id="4" name="Afbeelding 40"/>
          <p:cNvPicPr/>
          <p:nvPr/>
        </p:nvPicPr>
        <p:blipFill>
          <a:blip r:embed="rId3"/>
          <a:stretch/>
        </p:blipFill>
        <p:spPr>
          <a:xfrm>
            <a:off x="900000" y="501840"/>
            <a:ext cx="2343600" cy="564840"/>
          </a:xfrm>
          <a:prstGeom prst="rect">
            <a:avLst/>
          </a:prstGeom>
          <a:ln w="0">
            <a:noFill/>
          </a:ln>
        </p:spPr>
      </p:pic>
      <p:sp>
        <p:nvSpPr>
          <p:cNvPr id="5" name="PlaceHolder 2"/>
          <p:cNvSpPr>
            <a:spLocks noGrp="1"/>
          </p:cNvSpPr>
          <p:nvPr>
            <p:ph type="body"/>
          </p:nvPr>
        </p:nvSpPr>
        <p:spPr>
          <a:xfrm>
            <a:off x="6322680" y="1685880"/>
            <a:ext cx="5421240" cy="4719240"/>
          </a:xfrm>
          <a:prstGeom prst="rect">
            <a:avLst/>
          </a:prstGeom>
          <a:noFill/>
          <a:ln w="0">
            <a:noFill/>
          </a:ln>
        </p:spPr>
        <p:txBody>
          <a:bodyPr lIns="360000" tIns="360000" rIns="360000" bIns="360000" anchor="ctr">
            <a:noAutofit/>
          </a:bodyPr>
          <a:lstStyle/>
          <a:p>
            <a:pPr indent="0" algn="ctr" defTabSz="914400">
              <a:lnSpc>
                <a:spcPct val="100000"/>
              </a:lnSpc>
              <a:buNone/>
            </a:pPr>
            <a:r>
              <a:rPr lang="nl-NL" sz="1800" b="0" strike="noStrike" spc="-1">
                <a:solidFill>
                  <a:schemeClr val="lt1"/>
                </a:solidFill>
                <a:latin typeface="DINPro"/>
              </a:rPr>
              <a:t>Klik op het pictogram als u een afbeelding wilt toevoegen</a:t>
            </a:r>
            <a:endParaRPr lang="nl-NL" sz="1800" b="0" strike="noStrike" spc="-1">
              <a:solidFill>
                <a:schemeClr val="dk2"/>
              </a:solidFill>
              <a:latin typeface="DIN Pro Medium"/>
            </a:endParaRPr>
          </a:p>
        </p:txBody>
      </p:sp>
      <p:sp>
        <p:nvSpPr>
          <p:cNvPr id="6" name="TypeTextLevel" hidden="1"/>
          <p:cNvSpPr/>
          <p:nvPr/>
        </p:nvSpPr>
        <p:spPr>
          <a:xfrm>
            <a:off x="-1680840" y="188640"/>
            <a:ext cx="16804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l-NL" sz="800" b="0" strike="noStrike" spc="-1">
                <a:solidFill>
                  <a:schemeClr val="dk1"/>
                </a:solidFill>
                <a:latin typeface="Calibri"/>
              </a:rPr>
              <a:t>Cover</a:t>
            </a:r>
            <a:endParaRPr lang="en-US" sz="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Rectangle 1"/>
          <p:cNvSpPr/>
          <p:nvPr/>
        </p:nvSpPr>
        <p:spPr>
          <a:xfrm flipH="1">
            <a:off x="0" y="0"/>
            <a:ext cx="1234800" cy="6857640"/>
          </a:xfrm>
          <a:prstGeom prst="rect">
            <a:avLst/>
          </a:prstGeom>
          <a:solidFill>
            <a:srgbClr val="F2EFE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350" b="0" strike="noStrike" spc="-1">
              <a:solidFill>
                <a:schemeClr val="lt1"/>
              </a:solidFill>
              <a:latin typeface="Calibri"/>
            </a:endParaRPr>
          </a:p>
        </p:txBody>
      </p:sp>
      <p:sp>
        <p:nvSpPr>
          <p:cNvPr id="51" name="Rechthoek 10"/>
          <p:cNvSpPr/>
          <p:nvPr/>
        </p:nvSpPr>
        <p:spPr>
          <a:xfrm>
            <a:off x="0" y="5040"/>
            <a:ext cx="12193200" cy="2131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horzOverflow="overflow" numCol="1" spcCol="0" anchor="ctr">
            <a:noAutofit/>
          </a:bodyPr>
          <a:lstStyle/>
          <a:p>
            <a:pPr algn="ctr" defTabSz="914400">
              <a:lnSpc>
                <a:spcPct val="100000"/>
              </a:lnSpc>
            </a:pPr>
            <a:endParaRPr lang="nl-NL" sz="1800" b="0" strike="noStrike" spc="-1">
              <a:solidFill>
                <a:schemeClr val="lt1"/>
              </a:solidFill>
              <a:latin typeface="Calibri"/>
            </a:endParaRPr>
          </a:p>
        </p:txBody>
      </p:sp>
      <p:sp>
        <p:nvSpPr>
          <p:cNvPr id="52" name="Rechthoek 12"/>
          <p:cNvSpPr/>
          <p:nvPr/>
        </p:nvSpPr>
        <p:spPr>
          <a:xfrm>
            <a:off x="450720" y="1685880"/>
            <a:ext cx="11293200" cy="4721040"/>
          </a:xfrm>
          <a:prstGeom prst="rect">
            <a:avLst/>
          </a:prstGeom>
          <a:solidFill>
            <a:srgbClr val="0077B3"/>
          </a:solidFill>
          <a:ln>
            <a:noFill/>
          </a:ln>
        </p:spPr>
        <p:style>
          <a:lnRef idx="2">
            <a:schemeClr val="accent1">
              <a:shade val="50000"/>
            </a:schemeClr>
          </a:lnRef>
          <a:fillRef idx="1">
            <a:schemeClr val="accent1"/>
          </a:fillRef>
          <a:effectRef idx="0">
            <a:schemeClr val="accent1"/>
          </a:effectRef>
          <a:fontRef idx="minor"/>
        </p:style>
        <p:txBody>
          <a:bodyPr horzOverflow="overflow" numCol="1" spcCol="0" anchor="ctr">
            <a:noAutofit/>
          </a:bodyPr>
          <a:lstStyle/>
          <a:p>
            <a:pPr algn="ctr" defTabSz="914400">
              <a:lnSpc>
                <a:spcPct val="100000"/>
              </a:lnSpc>
            </a:pPr>
            <a:endParaRPr lang="nl-NL" sz="1800" b="0" strike="noStrike" spc="-1">
              <a:solidFill>
                <a:schemeClr val="lt1"/>
              </a:solidFill>
              <a:latin typeface="Calibri"/>
            </a:endParaRPr>
          </a:p>
        </p:txBody>
      </p:sp>
      <p:sp>
        <p:nvSpPr>
          <p:cNvPr id="53" name="PlaceHolder 1"/>
          <p:cNvSpPr>
            <a:spLocks noGrp="1"/>
          </p:cNvSpPr>
          <p:nvPr>
            <p:ph type="body"/>
          </p:nvPr>
        </p:nvSpPr>
        <p:spPr>
          <a:xfrm>
            <a:off x="900000" y="2136600"/>
            <a:ext cx="5196240" cy="3819240"/>
          </a:xfrm>
          <a:prstGeom prst="rect">
            <a:avLst/>
          </a:prstGeom>
          <a:noFill/>
          <a:ln w="0">
            <a:noFill/>
          </a:ln>
        </p:spPr>
        <p:txBody>
          <a:bodyPr lIns="0" tIns="0" rIns="0" bIns="0" anchor="t">
            <a:noAutofit/>
          </a:bodyPr>
          <a:lstStyle/>
          <a:p>
            <a:pPr indent="0" defTabSz="685800">
              <a:lnSpc>
                <a:spcPct val="90000"/>
              </a:lnSpc>
              <a:buNone/>
              <a:tabLst>
                <a:tab pos="0" algn="l"/>
              </a:tabLst>
            </a:pPr>
            <a:r>
              <a:rPr lang="nl-NL" sz="3200" b="0" strike="noStrike" spc="-1">
                <a:solidFill>
                  <a:schemeClr val="lt2"/>
                </a:solidFill>
                <a:latin typeface="DIN Pro Medium"/>
              </a:rPr>
              <a:t>Klikken om de tekststijl van het model te bewerken</a:t>
            </a:r>
            <a:endParaRPr lang="nl-NL" sz="3200" b="0" strike="noStrike" spc="-1">
              <a:solidFill>
                <a:schemeClr val="dk2"/>
              </a:solidFill>
              <a:latin typeface="DIN Pro Medium"/>
            </a:endParaRPr>
          </a:p>
        </p:txBody>
      </p:sp>
      <p:pic>
        <p:nvPicPr>
          <p:cNvPr id="54" name="Afbeelding 40"/>
          <p:cNvPicPr/>
          <p:nvPr/>
        </p:nvPicPr>
        <p:blipFill>
          <a:blip r:embed="rId3"/>
          <a:stretch/>
        </p:blipFill>
        <p:spPr>
          <a:xfrm>
            <a:off x="900000" y="501840"/>
            <a:ext cx="2343600" cy="564840"/>
          </a:xfrm>
          <a:prstGeom prst="rect">
            <a:avLst/>
          </a:prstGeom>
          <a:ln w="0">
            <a:noFill/>
          </a:ln>
        </p:spPr>
      </p:pic>
      <p:sp>
        <p:nvSpPr>
          <p:cNvPr id="55" name="PlaceHolder 2"/>
          <p:cNvSpPr>
            <a:spLocks noGrp="1"/>
          </p:cNvSpPr>
          <p:nvPr>
            <p:ph type="body"/>
          </p:nvPr>
        </p:nvSpPr>
        <p:spPr>
          <a:xfrm>
            <a:off x="6322680" y="1685880"/>
            <a:ext cx="5421240" cy="4719240"/>
          </a:xfrm>
          <a:prstGeom prst="rect">
            <a:avLst/>
          </a:prstGeom>
          <a:noFill/>
          <a:ln w="0">
            <a:noFill/>
          </a:ln>
        </p:spPr>
        <p:txBody>
          <a:bodyPr lIns="360000" tIns="360000" rIns="360000" bIns="360000" anchor="ctr">
            <a:noAutofit/>
          </a:bodyPr>
          <a:lstStyle/>
          <a:p>
            <a:pPr indent="0" algn="ctr" defTabSz="914400">
              <a:lnSpc>
                <a:spcPct val="100000"/>
              </a:lnSpc>
              <a:buNone/>
            </a:pPr>
            <a:r>
              <a:rPr lang="nl-NL" sz="1800" b="0" strike="noStrike" spc="-1">
                <a:solidFill>
                  <a:schemeClr val="lt1"/>
                </a:solidFill>
                <a:latin typeface="DINPro"/>
              </a:rPr>
              <a:t>Klik op het pictogram als u een afbeelding wilt toevoegen</a:t>
            </a:r>
            <a:endParaRPr lang="nl-NL" sz="1800" b="0" strike="noStrike" spc="-1">
              <a:solidFill>
                <a:schemeClr val="dk2"/>
              </a:solidFill>
              <a:latin typeface="DIN Pro Medium"/>
            </a:endParaRPr>
          </a:p>
        </p:txBody>
      </p:sp>
      <p:sp>
        <p:nvSpPr>
          <p:cNvPr id="56" name="PlaceHolder 3"/>
          <p:cNvSpPr>
            <a:spLocks noGrp="1"/>
          </p:cNvSpPr>
          <p:nvPr>
            <p:ph type="body"/>
          </p:nvPr>
        </p:nvSpPr>
        <p:spPr>
          <a:xfrm>
            <a:off x="3421800" y="455760"/>
            <a:ext cx="2902320" cy="783720"/>
          </a:xfrm>
          <a:prstGeom prst="rect">
            <a:avLst/>
          </a:prstGeom>
          <a:noFill/>
          <a:ln w="0">
            <a:noFill/>
          </a:ln>
        </p:spPr>
        <p:txBody>
          <a:bodyPr lIns="241200" tIns="0" rIns="0" bIns="0" anchor="ctr">
            <a:noAutofit/>
          </a:bodyPr>
          <a:lstStyle/>
          <a:p>
            <a:pPr indent="0" defTabSz="685800">
              <a:lnSpc>
                <a:spcPct val="100000"/>
              </a:lnSpc>
              <a:buNone/>
              <a:tabLst>
                <a:tab pos="0" algn="l"/>
              </a:tabLst>
            </a:pPr>
            <a:r>
              <a:rPr lang="en-GB" sz="1100" b="0" strike="noStrike" cap="all" spc="-1">
                <a:solidFill>
                  <a:schemeClr val="dk1"/>
                </a:solidFill>
                <a:latin typeface="DIN Pro Medium"/>
              </a:rPr>
              <a:t>ENTER THE NAME OF THE FACULTY OR RESEARCH INSTITUTE HERE</a:t>
            </a:r>
            <a:endParaRPr lang="nl-NL" sz="1100" b="0" strike="noStrike" spc="-1">
              <a:solidFill>
                <a:schemeClr val="dk2"/>
              </a:solidFill>
              <a:latin typeface="DIN Pro Medium"/>
            </a:endParaRPr>
          </a:p>
        </p:txBody>
      </p:sp>
      <p:sp>
        <p:nvSpPr>
          <p:cNvPr id="57" name="TypeTextLevel" hidden="1"/>
          <p:cNvSpPr/>
          <p:nvPr/>
        </p:nvSpPr>
        <p:spPr>
          <a:xfrm>
            <a:off x="-1680840" y="188640"/>
            <a:ext cx="16804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l-NL" sz="800" b="0" strike="noStrike" spc="-1">
                <a:solidFill>
                  <a:schemeClr val="dk1"/>
                </a:solidFill>
                <a:latin typeface="Calibri"/>
              </a:rPr>
              <a:t>Cover</a:t>
            </a:r>
            <a:endParaRPr lang="en-US" sz="800" b="0" strike="noStrike" spc="-1">
              <a:solidFill>
                <a:srgbClr val="000000"/>
              </a:solidFill>
              <a:latin typeface="Calibri"/>
            </a:endParaRPr>
          </a:p>
        </p:txBody>
      </p:sp>
      <p:pic>
        <p:nvPicPr>
          <p:cNvPr id="58" name="Afbeelding 5"/>
          <p:cNvPicPr/>
          <p:nvPr/>
        </p:nvPicPr>
        <p:blipFill>
          <a:blip r:embed="rId4"/>
          <a:srcRect l="-1189" t="431" r="95019" b="6031"/>
          <a:stretch/>
        </p:blipFill>
        <p:spPr>
          <a:xfrm>
            <a:off x="3293280" y="459720"/>
            <a:ext cx="682200" cy="783720"/>
          </a:xfrm>
          <a:prstGeom prst="rect">
            <a:avLst/>
          </a:prstGeom>
          <a:ln w="0">
            <a:noFill/>
          </a:ln>
        </p:spPr>
      </p:pic>
      <p:sp>
        <p:nvSpPr>
          <p:cNvPr id="59" name="PlaceHolder 4"/>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indent="0">
              <a:buNone/>
            </a:pPr>
            <a:r>
              <a:rPr lang="nl-NL"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Rectangle 1"/>
          <p:cNvSpPr/>
          <p:nvPr/>
        </p:nvSpPr>
        <p:spPr>
          <a:xfrm flipH="1">
            <a:off x="0" y="0"/>
            <a:ext cx="1234800" cy="6857640"/>
          </a:xfrm>
          <a:prstGeom prst="rect">
            <a:avLst/>
          </a:prstGeom>
          <a:solidFill>
            <a:srgbClr val="F2EFE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350" b="0" strike="noStrike" spc="-1">
              <a:solidFill>
                <a:schemeClr val="lt1"/>
              </a:solidFill>
              <a:latin typeface="Calibri"/>
            </a:endParaRPr>
          </a:p>
        </p:txBody>
      </p:sp>
      <p:pic>
        <p:nvPicPr>
          <p:cNvPr id="61" name="Afbeelding 5"/>
          <p:cNvPicPr/>
          <p:nvPr/>
        </p:nvPicPr>
        <p:blipFill>
          <a:blip r:embed="rId3"/>
          <a:srcRect r="61497"/>
          <a:stretch/>
        </p:blipFill>
        <p:spPr>
          <a:xfrm>
            <a:off x="10673640" y="6102000"/>
            <a:ext cx="1104840" cy="609120"/>
          </a:xfrm>
          <a:prstGeom prst="rect">
            <a:avLst/>
          </a:prstGeom>
          <a:ln w="0">
            <a:noFill/>
          </a:ln>
        </p:spPr>
      </p:pic>
      <p:sp>
        <p:nvSpPr>
          <p:cNvPr id="62" name="PlaceHolder 1"/>
          <p:cNvSpPr>
            <a:spLocks noGrp="1"/>
          </p:cNvSpPr>
          <p:nvPr>
            <p:ph type="title"/>
          </p:nvPr>
        </p:nvSpPr>
        <p:spPr>
          <a:xfrm>
            <a:off x="450720" y="451080"/>
            <a:ext cx="365328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nl-NL" sz="2500" b="0" strike="noStrike" spc="-1">
                <a:solidFill>
                  <a:schemeClr val="lt2"/>
                </a:solidFill>
                <a:latin typeface="DIN Pro Medium"/>
              </a:rPr>
              <a:t>Klik om stijl te bewerken</a:t>
            </a:r>
            <a:endParaRPr lang="nl-NL" sz="2500" b="0" strike="noStrike" spc="-1">
              <a:solidFill>
                <a:schemeClr val="dk1"/>
              </a:solidFill>
              <a:latin typeface="Calibri"/>
            </a:endParaRPr>
          </a:p>
        </p:txBody>
      </p:sp>
      <p:sp>
        <p:nvSpPr>
          <p:cNvPr id="63" name="PlaceHolder 2"/>
          <p:cNvSpPr>
            <a:spLocks noGrp="1"/>
          </p:cNvSpPr>
          <p:nvPr>
            <p:ph type="body"/>
          </p:nvPr>
        </p:nvSpPr>
        <p:spPr>
          <a:xfrm>
            <a:off x="1685880" y="1685880"/>
            <a:ext cx="655272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nl-NL" sz="2400" b="0" strike="noStrike" spc="-1">
                <a:solidFill>
                  <a:schemeClr val="dk2"/>
                </a:solidFill>
                <a:latin typeface="DIN Pro Medium"/>
              </a:rPr>
              <a:t>Klikken om de tekststijl van het model te bewerken</a:t>
            </a:r>
          </a:p>
        </p:txBody>
      </p:sp>
      <p:sp>
        <p:nvSpPr>
          <p:cNvPr id="64" name="PlaceHolder 3"/>
          <p:cNvSpPr>
            <a:spLocks noGrp="1"/>
          </p:cNvSpPr>
          <p:nvPr>
            <p:ph type="ftr" idx="5"/>
          </p:nvPr>
        </p:nvSpPr>
        <p:spPr>
          <a:xfrm>
            <a:off x="1685880" y="5958000"/>
            <a:ext cx="6925320" cy="899640"/>
          </a:xfrm>
          <a:prstGeom prst="rect">
            <a:avLst/>
          </a:prstGeom>
          <a:noFill/>
          <a:ln w="0">
            <a:noFill/>
          </a:ln>
        </p:spPr>
        <p:txBody>
          <a:bodyPr lIns="0" tIns="0" rIns="0" bIns="0" anchor="ctr">
            <a:noAutofit/>
          </a:bodyPr>
          <a:lstStyle>
            <a:lvl1pPr indent="0" defTabSz="914400">
              <a:lnSpc>
                <a:spcPct val="100000"/>
              </a:lnSpc>
              <a:buNone/>
              <a:defRPr lang="en-GB" sz="1050" b="0" strike="noStrike" spc="-1">
                <a:solidFill>
                  <a:srgbClr val="7F7F7F"/>
                </a:solidFill>
                <a:latin typeface="DINPro"/>
              </a:defRPr>
            </a:lvl1pPr>
          </a:lstStyle>
          <a:p>
            <a:pPr indent="0" defTabSz="914400">
              <a:lnSpc>
                <a:spcPct val="100000"/>
              </a:lnSpc>
              <a:buNone/>
            </a:pPr>
            <a:r>
              <a:rPr lang="en-GB" sz="1050" b="0" strike="noStrike" spc="-1">
                <a:solidFill>
                  <a:srgbClr val="7F7F7F"/>
                </a:solidFill>
                <a:latin typeface="DINPro"/>
              </a:rPr>
              <a:t>&lt;footer&gt;</a:t>
            </a:r>
            <a:endParaRPr lang="en-US" sz="1050" b="0" strike="noStrike" spc="-1">
              <a:solidFill>
                <a:srgbClr val="000000"/>
              </a:solidFill>
              <a:latin typeface="Calibri"/>
            </a:endParaRPr>
          </a:p>
        </p:txBody>
      </p:sp>
      <p:sp>
        <p:nvSpPr>
          <p:cNvPr id="65" name="PlaceHolder 4"/>
          <p:cNvSpPr>
            <a:spLocks noGrp="1"/>
          </p:cNvSpPr>
          <p:nvPr>
            <p:ph type="sldNum" idx="6"/>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7FC7AF38-A8A6-4A38-A480-EFBDA2DB6A60}" type="slidenum">
              <a:rPr lang="nl-NL" sz="1050" b="0" strike="noStrike" spc="-1">
                <a:solidFill>
                  <a:srgbClr val="7F7F7F"/>
                </a:solidFill>
                <a:latin typeface="DINPro"/>
              </a:rPr>
              <a:t>‹#›</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66" name="TypeTextLevel" hidden="1"/>
          <p:cNvSpPr/>
          <p:nvPr/>
        </p:nvSpPr>
        <p:spPr>
          <a:xfrm>
            <a:off x="-1680840" y="188640"/>
            <a:ext cx="16804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l-NL" sz="800" b="0" strike="noStrike" spc="-1">
                <a:solidFill>
                  <a:schemeClr val="dk1"/>
                </a:solidFill>
                <a:latin typeface="Calibri"/>
              </a:rPr>
              <a:t>TextSlide</a:t>
            </a:r>
            <a:endParaRPr lang="en-US" sz="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edu.nl/xwhyq"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p:nvPr>
        </p:nvSpPr>
        <p:spPr>
          <a:xfrm>
            <a:off x="900000" y="2136600"/>
            <a:ext cx="5196240" cy="3819240"/>
          </a:xfrm>
          <a:prstGeom prst="rect">
            <a:avLst/>
          </a:prstGeom>
          <a:noFill/>
          <a:ln w="0">
            <a:noFill/>
          </a:ln>
        </p:spPr>
        <p:txBody>
          <a:bodyPr lIns="0" tIns="0" rIns="0" bIns="0" anchor="t">
            <a:noAutofit/>
          </a:bodyPr>
          <a:lstStyle/>
          <a:p>
            <a:pPr indent="0" defTabSz="685800">
              <a:lnSpc>
                <a:spcPct val="90000"/>
              </a:lnSpc>
              <a:buNone/>
              <a:tabLst>
                <a:tab pos="0" algn="l"/>
              </a:tabLst>
            </a:pPr>
            <a:r>
              <a:rPr lang="en-US" sz="3200" b="0" strike="noStrike" spc="-1" dirty="0">
                <a:solidFill>
                  <a:schemeClr val="lt2"/>
                </a:solidFill>
                <a:latin typeface="DIN Pro Medium"/>
              </a:rPr>
              <a:t>The Unix Shell + Intro to Git</a:t>
            </a:r>
            <a:endParaRPr lang="nl-NL" sz="3200" b="0" strike="noStrike" spc="-1" dirty="0">
              <a:solidFill>
                <a:schemeClr val="dk2"/>
              </a:solidFill>
              <a:latin typeface="DIN Pro Medium"/>
            </a:endParaRPr>
          </a:p>
          <a:p>
            <a:pPr indent="0" defTabSz="685800">
              <a:lnSpc>
                <a:spcPct val="90000"/>
              </a:lnSpc>
              <a:buNone/>
              <a:tabLst>
                <a:tab pos="0" algn="l"/>
              </a:tabLst>
            </a:pPr>
            <a:endParaRPr lang="nl-NL" sz="3200" b="0" strike="noStrike" spc="-1" dirty="0">
              <a:solidFill>
                <a:schemeClr val="dk2"/>
              </a:solidFill>
              <a:latin typeface="DIN Pro Medium"/>
            </a:endParaRPr>
          </a:p>
          <a:p>
            <a:pPr indent="0" defTabSz="685800">
              <a:lnSpc>
                <a:spcPct val="90000"/>
              </a:lnSpc>
              <a:buNone/>
              <a:tabLst>
                <a:tab pos="0" algn="l"/>
              </a:tabLst>
            </a:pPr>
            <a:r>
              <a:rPr lang="en-US" sz="3200" b="0" strike="noStrike" spc="-1" dirty="0">
                <a:solidFill>
                  <a:schemeClr val="lt2"/>
                </a:solidFill>
                <a:latin typeface="DIN Pro Medium"/>
              </a:rPr>
              <a:t>26 February 2025</a:t>
            </a:r>
            <a:endParaRPr lang="nl-NL" sz="3200" b="0" strike="noStrike" spc="-1" dirty="0">
              <a:solidFill>
                <a:schemeClr val="dk2"/>
              </a:solidFill>
              <a:latin typeface="DIN Pro Medium"/>
            </a:endParaRPr>
          </a:p>
          <a:p>
            <a:pPr indent="0" defTabSz="685800">
              <a:lnSpc>
                <a:spcPct val="90000"/>
              </a:lnSpc>
              <a:buNone/>
              <a:tabLst>
                <a:tab pos="0" algn="l"/>
              </a:tabLst>
            </a:pPr>
            <a:r>
              <a:rPr lang="en-US" sz="3200" b="0" strike="noStrike" spc="-1" dirty="0">
                <a:solidFill>
                  <a:schemeClr val="lt2"/>
                </a:solidFill>
                <a:latin typeface="DIN Pro Medium"/>
              </a:rPr>
              <a:t>09:30 – 14:30</a:t>
            </a:r>
            <a:endParaRPr lang="nl-NL" sz="3200" b="0" strike="noStrike" spc="-1" dirty="0">
              <a:solidFill>
                <a:schemeClr val="dk2"/>
              </a:solidFill>
              <a:latin typeface="DIN Pro Medium"/>
            </a:endParaRPr>
          </a:p>
          <a:p>
            <a:pPr indent="0" defTabSz="685800">
              <a:lnSpc>
                <a:spcPct val="90000"/>
              </a:lnSpc>
              <a:buNone/>
              <a:tabLst>
                <a:tab pos="0" algn="l"/>
              </a:tabLst>
            </a:pPr>
            <a:endParaRPr lang="nl-NL" sz="3200" b="0" strike="noStrike" spc="-1" dirty="0">
              <a:solidFill>
                <a:schemeClr val="dk2"/>
              </a:solidFill>
              <a:latin typeface="DIN Pro Medium"/>
            </a:endParaRPr>
          </a:p>
          <a:p>
            <a:pPr indent="0" defTabSz="685800">
              <a:lnSpc>
                <a:spcPct val="90000"/>
              </a:lnSpc>
              <a:buNone/>
              <a:tabLst>
                <a:tab pos="0" algn="l"/>
              </a:tabLst>
            </a:pPr>
            <a:r>
              <a:rPr lang="en-US" sz="3200" spc="-1" dirty="0">
                <a:solidFill>
                  <a:schemeClr val="lt2"/>
                </a:solidFill>
                <a:latin typeface="DIN Pro Medium"/>
              </a:rPr>
              <a:t>Meron </a:t>
            </a:r>
            <a:r>
              <a:rPr lang="en-US" sz="3200" spc="-1" dirty="0" err="1">
                <a:solidFill>
                  <a:schemeClr val="lt2"/>
                </a:solidFill>
                <a:latin typeface="DIN Pro Medium"/>
              </a:rPr>
              <a:t>en</a:t>
            </a:r>
            <a:r>
              <a:rPr lang="en-US" sz="3200" spc="-1">
                <a:solidFill>
                  <a:schemeClr val="lt2"/>
                </a:solidFill>
                <a:latin typeface="DIN Pro Medium"/>
              </a:rPr>
              <a:t> Stephanie</a:t>
            </a:r>
            <a:endParaRPr lang="nl-NL" sz="3200" b="0" strike="noStrike" spc="-1" dirty="0">
              <a:solidFill>
                <a:schemeClr val="dk2"/>
              </a:solidFill>
              <a:latin typeface="DIN Pro Medium"/>
            </a:endParaRPr>
          </a:p>
          <a:p>
            <a:pPr indent="0" defTabSz="685800">
              <a:lnSpc>
                <a:spcPct val="90000"/>
              </a:lnSpc>
              <a:buNone/>
              <a:tabLst>
                <a:tab pos="0" algn="l"/>
              </a:tabLst>
            </a:pPr>
            <a:r>
              <a:rPr lang="en-US" sz="3200" b="0" strike="noStrike" spc="-1" dirty="0">
                <a:solidFill>
                  <a:schemeClr val="lt2"/>
                </a:solidFill>
                <a:latin typeface="DIN Pro Medium"/>
              </a:rPr>
              <a:t>VU University Library</a:t>
            </a:r>
            <a:endParaRPr lang="nl-NL" sz="3200" b="0" strike="noStrike" spc="-1" dirty="0">
              <a:solidFill>
                <a:schemeClr val="dk2"/>
              </a:solidFill>
              <a:latin typeface="DIN Pro Medium"/>
            </a:endParaRPr>
          </a:p>
        </p:txBody>
      </p:sp>
      <p:sp>
        <p:nvSpPr>
          <p:cNvPr id="123" name="Tijdelijke aanduiding voor afbeelding 5"/>
          <p:cNvSpPr/>
          <p:nvPr/>
        </p:nvSpPr>
        <p:spPr>
          <a:xfrm>
            <a:off x="6322680" y="1685880"/>
            <a:ext cx="5421240" cy="4719240"/>
          </a:xfrm>
          <a:custGeom>
            <a:avLst/>
            <a:gdLst>
              <a:gd name="textAreaLeft" fmla="*/ 0 w 5421240"/>
              <a:gd name="textAreaRight" fmla="*/ 5421600 w 5421240"/>
              <a:gd name="textAreaTop" fmla="*/ 0 h 4719240"/>
              <a:gd name="textAreaBottom" fmla="*/ 4719600 h 4719240"/>
            </a:gdLst>
            <a:ahLst/>
            <a:cxnLst/>
            <a:rect l="textAreaLeft" t="textAreaTop" r="textAreaRight" b="textAreaBottom"/>
            <a:pathLst>
              <a:path w="5421749" h="4719600">
                <a:moveTo>
                  <a:pt x="0" y="0"/>
                </a:moveTo>
                <a:lnTo>
                  <a:pt x="5421749" y="0"/>
                </a:lnTo>
                <a:lnTo>
                  <a:pt x="5421749" y="4719600"/>
                </a:lnTo>
                <a:lnTo>
                  <a:pt x="0" y="4719600"/>
                </a:lnTo>
                <a:lnTo>
                  <a:pt x="0" y="908893"/>
                </a:lnTo>
                <a:lnTo>
                  <a:pt x="2024" y="910917"/>
                </a:lnTo>
                <a:lnTo>
                  <a:pt x="164024" y="748917"/>
                </a:lnTo>
                <a:lnTo>
                  <a:pt x="2024" y="586917"/>
                </a:lnTo>
                <a:lnTo>
                  <a:pt x="0" y="588941"/>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Calibri"/>
            </a:endParaRPr>
          </a:p>
        </p:txBody>
      </p:sp>
      <p:sp>
        <p:nvSpPr>
          <p:cNvPr id="124" name="PlaceHolder 2"/>
          <p:cNvSpPr>
            <a:spLocks noGrp="1"/>
          </p:cNvSpPr>
          <p:nvPr>
            <p:ph/>
          </p:nvPr>
        </p:nvSpPr>
        <p:spPr>
          <a:xfrm>
            <a:off x="3421800" y="455760"/>
            <a:ext cx="2902320" cy="783720"/>
          </a:xfrm>
          <a:prstGeom prst="rect">
            <a:avLst/>
          </a:prstGeom>
          <a:noFill/>
          <a:ln w="0">
            <a:noFill/>
          </a:ln>
        </p:spPr>
        <p:txBody>
          <a:bodyPr lIns="241200" tIns="0" rIns="0" bIns="0" anchor="ctr">
            <a:noAutofit/>
          </a:bodyPr>
          <a:lstStyle/>
          <a:p>
            <a:pPr indent="0" defTabSz="685800">
              <a:lnSpc>
                <a:spcPct val="100000"/>
              </a:lnSpc>
              <a:buNone/>
              <a:tabLst>
                <a:tab pos="0" algn="l"/>
              </a:tabLst>
            </a:pPr>
            <a:r>
              <a:rPr lang="en-US" sz="1100" b="0" strike="noStrike" cap="all" spc="-1">
                <a:solidFill>
                  <a:schemeClr val="dk1"/>
                </a:solidFill>
                <a:latin typeface="DIN Pro Medium"/>
              </a:rPr>
              <a:t>University Library</a:t>
            </a:r>
            <a:endParaRPr lang="nl-NL" sz="1100" b="0" strike="noStrike" spc="-1">
              <a:solidFill>
                <a:schemeClr val="dk2"/>
              </a:solidFill>
              <a:latin typeface="DIN Pr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450720" y="451080"/>
            <a:ext cx="122220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Setup</a:t>
            </a:r>
            <a:endParaRPr lang="nl-NL" sz="2500" b="0" strike="noStrike" spc="-1">
              <a:solidFill>
                <a:schemeClr val="dk1"/>
              </a:solidFill>
              <a:latin typeface="Calibri"/>
            </a:endParaRPr>
          </a:p>
        </p:txBody>
      </p:sp>
      <p:sp>
        <p:nvSpPr>
          <p:cNvPr id="126" name="PlaceHolder 2"/>
          <p:cNvSpPr>
            <a:spLocks noGrp="1"/>
          </p:cNvSpPr>
          <p:nvPr>
            <p:ph/>
          </p:nvPr>
        </p:nvSpPr>
        <p:spPr>
          <a:xfrm>
            <a:off x="1685880" y="1685880"/>
            <a:ext cx="1005660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400" b="0" strike="noStrike" spc="-1" dirty="0">
                <a:solidFill>
                  <a:schemeClr val="dk2"/>
                </a:solidFill>
                <a:latin typeface="DIN Pro Medium"/>
              </a:rPr>
              <a:t>If you haven’t done so yet, please follow the setup instructions for this lesson and download the data at:</a:t>
            </a:r>
            <a:endParaRPr lang="nl-NL" sz="2400" b="0" strike="noStrike" spc="-1" dirty="0">
              <a:solidFill>
                <a:schemeClr val="dk2"/>
              </a:solidFill>
              <a:latin typeface="DIN Pro Medium"/>
            </a:endParaRPr>
          </a:p>
          <a:p>
            <a:pPr indent="0" defTabSz="685800">
              <a:lnSpc>
                <a:spcPct val="110000"/>
              </a:lnSpc>
              <a:buNone/>
              <a:tabLst>
                <a:tab pos="0" algn="l"/>
              </a:tabLst>
            </a:pPr>
            <a:endParaRPr lang="nl-NL" sz="2400" b="0" strike="noStrike" spc="-1" dirty="0">
              <a:solidFill>
                <a:schemeClr val="dk2"/>
              </a:solidFill>
              <a:latin typeface="DIN Pro Medium"/>
            </a:endParaRPr>
          </a:p>
          <a:p>
            <a:pPr indent="0" defTabSz="685800">
              <a:lnSpc>
                <a:spcPct val="110000"/>
              </a:lnSpc>
              <a:buNone/>
              <a:tabLst>
                <a:tab pos="0" algn="l"/>
              </a:tabLst>
            </a:pPr>
            <a:r>
              <a:rPr lang="nl-NL" sz="4800" b="0" u="sng" strike="noStrike" spc="-1" dirty="0">
                <a:solidFill>
                  <a:schemeClr val="dk2"/>
                </a:solidFill>
                <a:uFillTx/>
                <a:latin typeface="DIN Pro Medium"/>
                <a:hlinkClick r:id="rId2"/>
              </a:rPr>
              <a:t>https://edu.nl/xwhyq</a:t>
            </a:r>
            <a:endParaRPr lang="nl-NL" sz="4800" b="0" strike="noStrike" spc="-1" dirty="0">
              <a:solidFill>
                <a:schemeClr val="dk2"/>
              </a:solidFill>
              <a:latin typeface="DIN Pro Medium"/>
            </a:endParaRPr>
          </a:p>
          <a:p>
            <a:pPr indent="0" defTabSz="685800">
              <a:lnSpc>
                <a:spcPct val="110000"/>
              </a:lnSpc>
              <a:buNone/>
              <a:tabLst>
                <a:tab pos="0" algn="l"/>
              </a:tabLst>
            </a:pPr>
            <a:endParaRPr lang="nl-NL" sz="4800" b="0" strike="noStrike" spc="-1" dirty="0">
              <a:solidFill>
                <a:schemeClr val="dk2"/>
              </a:solidFill>
              <a:latin typeface="DIN Pro Medium"/>
            </a:endParaRPr>
          </a:p>
          <a:p>
            <a:pPr indent="0" defTabSz="685800">
              <a:lnSpc>
                <a:spcPct val="110000"/>
              </a:lnSpc>
              <a:buNone/>
              <a:tabLst>
                <a:tab pos="0" algn="l"/>
              </a:tabLst>
            </a:pPr>
            <a:r>
              <a:rPr lang="en-US" sz="2400" b="0" strike="noStrike" spc="-1" dirty="0">
                <a:solidFill>
                  <a:srgbClr val="0089CF"/>
                </a:solidFill>
                <a:latin typeface="DIN Pro Medium"/>
              </a:rPr>
              <a:t>Download the data to your </a:t>
            </a:r>
            <a:r>
              <a:rPr lang="en-US" sz="2400" b="1" strike="noStrike" spc="-1" dirty="0">
                <a:solidFill>
                  <a:srgbClr val="0089CF"/>
                </a:solidFill>
                <a:latin typeface="DIN Pro Medium"/>
              </a:rPr>
              <a:t>Downloads</a:t>
            </a:r>
            <a:r>
              <a:rPr lang="en-US" sz="2400" b="0" strike="noStrike" spc="-1" dirty="0">
                <a:solidFill>
                  <a:srgbClr val="0089CF"/>
                </a:solidFill>
                <a:latin typeface="DIN Pro Medium"/>
              </a:rPr>
              <a:t> folder and </a:t>
            </a:r>
            <a:r>
              <a:rPr lang="en-US" sz="2400" b="1" strike="noStrike" spc="-1" dirty="0">
                <a:solidFill>
                  <a:srgbClr val="0089CF"/>
                </a:solidFill>
                <a:latin typeface="DIN Pro Medium"/>
              </a:rPr>
              <a:t>unzip</a:t>
            </a:r>
            <a:r>
              <a:rPr lang="en-US" sz="2400" b="0" strike="noStrike" spc="-1" dirty="0">
                <a:solidFill>
                  <a:srgbClr val="0089CF"/>
                </a:solidFill>
                <a:latin typeface="DIN Pro Medium"/>
              </a:rPr>
              <a:t> them (give it the suggested name shell-lesson-data)</a:t>
            </a:r>
            <a:endParaRPr lang="nl-NL" sz="2400" b="0" strike="noStrike" spc="-1" dirty="0">
              <a:solidFill>
                <a:schemeClr val="dk2"/>
              </a:solidFill>
              <a:latin typeface="DIN Pro Medium"/>
            </a:endParaRPr>
          </a:p>
          <a:p>
            <a:pPr indent="0" defTabSz="685800">
              <a:lnSpc>
                <a:spcPct val="110000"/>
              </a:lnSpc>
              <a:buNone/>
              <a:tabLst>
                <a:tab pos="0" algn="l"/>
              </a:tabLst>
            </a:pPr>
            <a:endParaRPr lang="nl-NL" sz="4800" b="0" strike="noStrike" spc="-1" dirty="0">
              <a:solidFill>
                <a:schemeClr val="dk2"/>
              </a:solidFill>
              <a:latin typeface="DIN Pro Medium"/>
            </a:endParaRPr>
          </a:p>
          <a:p>
            <a:pPr indent="0" defTabSz="685800">
              <a:lnSpc>
                <a:spcPct val="110000"/>
              </a:lnSpc>
              <a:buNone/>
              <a:tabLst>
                <a:tab pos="0" algn="l"/>
              </a:tabLst>
            </a:pPr>
            <a:endParaRPr lang="nl-NL" sz="4800" b="0" strike="noStrike" spc="-1" dirty="0">
              <a:solidFill>
                <a:schemeClr val="dk2"/>
              </a:solidFill>
              <a:latin typeface="DIN Pro Medium"/>
            </a:endParaRPr>
          </a:p>
        </p:txBody>
      </p:sp>
      <p:sp>
        <p:nvSpPr>
          <p:cNvPr id="127" name="PlaceHolder 3"/>
          <p:cNvSpPr>
            <a:spLocks noGrp="1"/>
          </p:cNvSpPr>
          <p:nvPr>
            <p:ph type="sldNum" idx="20"/>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532BBC5C-CFED-4A51-A4DE-5FB97D21260F}" type="slidenum">
              <a:rPr lang="nl-NL" sz="1050" b="0" strike="noStrike" spc="-1">
                <a:solidFill>
                  <a:srgbClr val="7F7F7F"/>
                </a:solidFill>
                <a:latin typeface="DINPro"/>
              </a:rPr>
              <a:t>2</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5" name="PlaceHolder 4"/>
          <p:cNvSpPr>
            <a:spLocks noGrp="1"/>
          </p:cNvSpPr>
          <p:nvPr>
            <p:ph type="ftr" idx="5"/>
          </p:nvPr>
        </p:nvSpPr>
        <p:spPr/>
        <p:txBody>
          <a:bodyPr/>
          <a:lstStyle/>
          <a:p>
            <a:r>
              <a:t>University Library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50720" y="451080"/>
            <a:ext cx="268632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Outline for today</a:t>
            </a:r>
            <a:endParaRPr lang="nl-NL" sz="2500" b="0" strike="noStrike" spc="-1">
              <a:solidFill>
                <a:schemeClr val="dk1"/>
              </a:solidFill>
              <a:latin typeface="Calibri"/>
            </a:endParaRPr>
          </a:p>
        </p:txBody>
      </p:sp>
      <p:sp>
        <p:nvSpPr>
          <p:cNvPr id="129" name="PlaceHolder 2"/>
          <p:cNvSpPr>
            <a:spLocks noGrp="1"/>
          </p:cNvSpPr>
          <p:nvPr>
            <p:ph/>
          </p:nvPr>
        </p:nvSpPr>
        <p:spPr>
          <a:xfrm>
            <a:off x="1685880" y="1685880"/>
            <a:ext cx="655272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400" b="0" strike="noStrike" spc="-1" dirty="0">
                <a:solidFill>
                  <a:schemeClr val="dk2"/>
                </a:solidFill>
                <a:latin typeface="DIN Pro Medium"/>
              </a:rPr>
              <a:t>09:30-12:20 The Unix Shell</a:t>
            </a:r>
            <a:endParaRPr lang="nl-NL" sz="2400" b="0" strike="noStrike" spc="-1" dirty="0">
              <a:solidFill>
                <a:schemeClr val="dk2"/>
              </a:solidFill>
              <a:latin typeface="DIN Pro Medium"/>
            </a:endParaRPr>
          </a:p>
          <a:p>
            <a:pPr indent="0" defTabSz="685800">
              <a:lnSpc>
                <a:spcPct val="110000"/>
              </a:lnSpc>
              <a:buNone/>
              <a:tabLst>
                <a:tab pos="0" algn="l"/>
              </a:tabLst>
            </a:pPr>
            <a:r>
              <a:rPr lang="en-US" sz="2400" b="0" strike="noStrike" spc="-1" dirty="0">
                <a:solidFill>
                  <a:schemeClr val="dk2"/>
                </a:solidFill>
                <a:latin typeface="DIN Pro Medium"/>
              </a:rPr>
              <a:t>12:20-13:00 Lunch break</a:t>
            </a:r>
            <a:endParaRPr lang="nl-NL" sz="2400" b="0" strike="noStrike" spc="-1" dirty="0">
              <a:solidFill>
                <a:schemeClr val="dk2"/>
              </a:solidFill>
              <a:latin typeface="DIN Pro Medium"/>
            </a:endParaRPr>
          </a:p>
          <a:p>
            <a:pPr indent="0" defTabSz="685800">
              <a:lnSpc>
                <a:spcPct val="110000"/>
              </a:lnSpc>
              <a:buNone/>
              <a:tabLst>
                <a:tab pos="0" algn="l"/>
              </a:tabLst>
            </a:pPr>
            <a:r>
              <a:rPr lang="en-US" sz="2400" b="0" strike="noStrike" spc="-1" dirty="0">
                <a:solidFill>
                  <a:schemeClr val="dk2"/>
                </a:solidFill>
                <a:latin typeface="DIN Pro Medium"/>
              </a:rPr>
              <a:t>13:00-14:30 Intro to Git</a:t>
            </a:r>
            <a:endParaRPr lang="nl-NL" sz="2400" b="0" strike="noStrike" spc="-1" dirty="0">
              <a:solidFill>
                <a:schemeClr val="dk2"/>
              </a:solidFill>
              <a:latin typeface="DIN Pro Medium"/>
            </a:endParaRPr>
          </a:p>
          <a:p>
            <a:pPr indent="0" defTabSz="685800">
              <a:lnSpc>
                <a:spcPct val="110000"/>
              </a:lnSpc>
              <a:buNone/>
              <a:tabLst>
                <a:tab pos="0" algn="l"/>
              </a:tabLst>
            </a:pPr>
            <a:endParaRPr lang="nl-NL" sz="2400" b="0" strike="noStrike" spc="-1" dirty="0">
              <a:solidFill>
                <a:schemeClr val="dk2"/>
              </a:solidFill>
              <a:latin typeface="DIN Pro Medium"/>
            </a:endParaRPr>
          </a:p>
          <a:p>
            <a:pPr indent="0" defTabSz="685800">
              <a:lnSpc>
                <a:spcPct val="110000"/>
              </a:lnSpc>
              <a:buNone/>
              <a:tabLst>
                <a:tab pos="0" algn="l"/>
              </a:tabLst>
            </a:pPr>
            <a:r>
              <a:rPr lang="en-US" sz="2400" b="0" strike="noStrike" spc="-1" dirty="0">
                <a:solidFill>
                  <a:schemeClr val="dk2"/>
                </a:solidFill>
                <a:latin typeface="DIN Pro Medium"/>
              </a:rPr>
              <a:t>No worries: breaks in between!</a:t>
            </a:r>
            <a:endParaRPr lang="nl-NL" sz="2400" b="0" strike="noStrike" spc="-1" dirty="0">
              <a:solidFill>
                <a:schemeClr val="dk2"/>
              </a:solidFill>
              <a:latin typeface="DIN Pro Medium"/>
            </a:endParaRPr>
          </a:p>
          <a:p>
            <a:pPr indent="0" defTabSz="685800">
              <a:lnSpc>
                <a:spcPct val="110000"/>
              </a:lnSpc>
              <a:buNone/>
              <a:tabLst>
                <a:tab pos="0" algn="l"/>
              </a:tabLst>
            </a:pPr>
            <a:endParaRPr lang="nl-NL" sz="2400" b="0" strike="noStrike" spc="-1" dirty="0">
              <a:solidFill>
                <a:schemeClr val="dk2"/>
              </a:solidFill>
              <a:latin typeface="DIN Pro Medium"/>
            </a:endParaRPr>
          </a:p>
        </p:txBody>
      </p:sp>
      <p:sp>
        <p:nvSpPr>
          <p:cNvPr id="130" name="PlaceHolder 3"/>
          <p:cNvSpPr>
            <a:spLocks noGrp="1"/>
          </p:cNvSpPr>
          <p:nvPr>
            <p:ph type="sldNum" idx="21"/>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466E2DC7-1A1E-48BF-89E7-115B8E897D96}" type="slidenum">
              <a:rPr lang="nl-NL" sz="1050" b="0" strike="noStrike" spc="-1">
                <a:solidFill>
                  <a:srgbClr val="7F7F7F"/>
                </a:solidFill>
                <a:latin typeface="DINPro"/>
              </a:rPr>
              <a:t>3</a:t>
            </a:fld>
            <a:r>
              <a:rPr lang="nl-NL" sz="1050" b="0" strike="noStrike" spc="-1">
                <a:solidFill>
                  <a:srgbClr val="7F7F7F"/>
                </a:solidFill>
                <a:latin typeface="DINPro"/>
              </a:rPr>
              <a:t> </a:t>
            </a:r>
            <a:endParaRPr lang="en-US" sz="1050" b="0" strike="noStrike" spc="-1">
              <a:solidFill>
                <a:srgbClr val="000000"/>
              </a:solidFill>
              <a:latin typeface="Calibri"/>
            </a:endParaRPr>
          </a:p>
        </p:txBody>
      </p:sp>
      <p:pic>
        <p:nvPicPr>
          <p:cNvPr id="131" name="Afbeelding 5"/>
          <p:cNvPicPr/>
          <p:nvPr/>
        </p:nvPicPr>
        <p:blipFill>
          <a:blip r:embed="rId3"/>
          <a:stretch/>
        </p:blipFill>
        <p:spPr>
          <a:xfrm>
            <a:off x="7423920" y="1406160"/>
            <a:ext cx="4571640" cy="2571480"/>
          </a:xfrm>
          <a:prstGeom prst="rect">
            <a:avLst/>
          </a:prstGeom>
          <a:ln w="0">
            <a:noFill/>
          </a:ln>
        </p:spPr>
      </p:pic>
      <p:sp>
        <p:nvSpPr>
          <p:cNvPr id="5" name="PlaceHolder 4"/>
          <p:cNvSpPr>
            <a:spLocks noGrp="1"/>
          </p:cNvSpPr>
          <p:nvPr>
            <p:ph type="ftr" idx="5"/>
          </p:nvPr>
        </p:nvSpPr>
        <p:spPr/>
        <p:txBody>
          <a:bodyPr/>
          <a:lstStyle/>
          <a:p>
            <a:r>
              <a:t>University Library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450720" y="451080"/>
            <a:ext cx="491544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About folders/directories and files</a:t>
            </a:r>
            <a:endParaRPr lang="nl-NL" sz="2500" b="0" strike="noStrike" spc="-1">
              <a:solidFill>
                <a:schemeClr val="dk1"/>
              </a:solidFill>
              <a:latin typeface="Calibri"/>
            </a:endParaRPr>
          </a:p>
        </p:txBody>
      </p:sp>
      <p:sp>
        <p:nvSpPr>
          <p:cNvPr id="137" name="PlaceHolder 2"/>
          <p:cNvSpPr>
            <a:spLocks noGrp="1"/>
          </p:cNvSpPr>
          <p:nvPr>
            <p:ph/>
          </p:nvPr>
        </p:nvSpPr>
        <p:spPr>
          <a:xfrm>
            <a:off x="1854360" y="5858640"/>
            <a:ext cx="2588760" cy="198720"/>
          </a:xfrm>
          <a:prstGeom prst="rect">
            <a:avLst/>
          </a:prstGeom>
          <a:noFill/>
          <a:ln w="0">
            <a:noFill/>
          </a:ln>
        </p:spPr>
        <p:txBody>
          <a:bodyPr lIns="0" tIns="0" rIns="0" bIns="0" anchor="t">
            <a:noAutofit/>
          </a:bodyPr>
          <a:lstStyle/>
          <a:p>
            <a:pPr indent="0" defTabSz="685800">
              <a:lnSpc>
                <a:spcPct val="110000"/>
              </a:lnSpc>
              <a:buNone/>
              <a:tabLst>
                <a:tab pos="0" algn="l"/>
              </a:tabLst>
            </a:pPr>
            <a:r>
              <a:rPr lang="de-DE" sz="1000" b="0" strike="noStrike" spc="-1">
                <a:solidFill>
                  <a:schemeClr val="dk2"/>
                </a:solidFill>
                <a:latin typeface="DIN Pro Medium"/>
              </a:rPr>
              <a:t>Bundesarchiv, B 145 Bild-P109966 / CC-BY-SA 3.0</a:t>
            </a:r>
            <a:endParaRPr lang="nl-NL" sz="1000" b="0" strike="noStrike" spc="-1">
              <a:solidFill>
                <a:schemeClr val="dk2"/>
              </a:solidFill>
              <a:latin typeface="DIN Pro Medium"/>
            </a:endParaRPr>
          </a:p>
        </p:txBody>
      </p:sp>
      <p:sp>
        <p:nvSpPr>
          <p:cNvPr id="138" name="PlaceHolder 3"/>
          <p:cNvSpPr>
            <a:spLocks noGrp="1"/>
          </p:cNvSpPr>
          <p:nvPr>
            <p:ph type="sldNum" idx="23"/>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CAAB9835-99A0-4D83-ABE8-9F53571BB448}" type="slidenum">
              <a:rPr lang="nl-NL" sz="1050" b="0" strike="noStrike" spc="-1">
                <a:solidFill>
                  <a:srgbClr val="7F7F7F"/>
                </a:solidFill>
                <a:latin typeface="DINPro"/>
              </a:rPr>
              <a:t>4</a:t>
            </a:fld>
            <a:r>
              <a:rPr lang="nl-NL" sz="1050" b="0" strike="noStrike" spc="-1">
                <a:solidFill>
                  <a:srgbClr val="7F7F7F"/>
                </a:solidFill>
                <a:latin typeface="DINPro"/>
              </a:rPr>
              <a:t> </a:t>
            </a:r>
            <a:endParaRPr lang="en-US" sz="1050" b="0" strike="noStrike" spc="-1">
              <a:solidFill>
                <a:srgbClr val="000000"/>
              </a:solidFill>
              <a:latin typeface="Calibri"/>
            </a:endParaRPr>
          </a:p>
        </p:txBody>
      </p:sp>
      <p:pic>
        <p:nvPicPr>
          <p:cNvPr id="139" name="Afbeelding 6" descr="Afbeelding met bibliotheek, plank, overdekt, kamer&#10;&#10;Automatisch gegenereerde beschrijving"/>
          <p:cNvPicPr/>
          <p:nvPr/>
        </p:nvPicPr>
        <p:blipFill>
          <a:blip r:embed="rId2"/>
          <a:stretch/>
        </p:blipFill>
        <p:spPr>
          <a:xfrm>
            <a:off x="1854360" y="1362240"/>
            <a:ext cx="6374880" cy="4454280"/>
          </a:xfrm>
          <a:prstGeom prst="rect">
            <a:avLst/>
          </a:prstGeom>
          <a:ln w="0">
            <a:noFill/>
          </a:ln>
        </p:spPr>
      </p:pic>
      <p:sp>
        <p:nvSpPr>
          <p:cNvPr id="140" name="Tijdelijke aanduiding voor tekst 2"/>
          <p:cNvSpPr/>
          <p:nvPr/>
        </p:nvSpPr>
        <p:spPr>
          <a:xfrm>
            <a:off x="8824680" y="1548000"/>
            <a:ext cx="2933640" cy="430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685800">
              <a:lnSpc>
                <a:spcPct val="110000"/>
              </a:lnSpc>
              <a:tabLst>
                <a:tab pos="0" algn="l"/>
              </a:tabLst>
            </a:pPr>
            <a:r>
              <a:rPr lang="en-US" sz="2400" b="0" strike="noStrike" spc="-1">
                <a:solidFill>
                  <a:schemeClr val="dk2"/>
                </a:solidFill>
                <a:latin typeface="DIN Pro Medium"/>
              </a:rPr>
              <a:t>Some analogies:</a:t>
            </a:r>
            <a:endParaRPr lang="en-US" sz="2400" b="0" strike="noStrike" spc="-1">
              <a:solidFill>
                <a:srgbClr val="000000"/>
              </a:solidFill>
              <a:latin typeface="Calibri"/>
            </a:endParaRPr>
          </a:p>
          <a:p>
            <a:pPr defTabSz="685800">
              <a:lnSpc>
                <a:spcPct val="110000"/>
              </a:lnSpc>
              <a:tabLst>
                <a:tab pos="0" algn="l"/>
              </a:tabLst>
            </a:pPr>
            <a:r>
              <a:rPr lang="en-US" sz="2400" b="0" strike="noStrike" spc="-1">
                <a:solidFill>
                  <a:schemeClr val="dk2"/>
                </a:solidFill>
                <a:latin typeface="DIN Pro Medium"/>
              </a:rPr>
              <a:t>Cabinet </a:t>
            </a:r>
            <a:r>
              <a:rPr lang="en-US" sz="2400" b="0" strike="noStrike" spc="-1">
                <a:solidFill>
                  <a:schemeClr val="dk2"/>
                </a:solidFill>
                <a:latin typeface="Wingdings"/>
              </a:rPr>
              <a:t></a:t>
            </a:r>
            <a:r>
              <a:rPr lang="en-US" sz="2400" b="0" strike="noStrike" spc="-1">
                <a:solidFill>
                  <a:schemeClr val="dk2"/>
                </a:solidFill>
                <a:latin typeface="DIN Pro Medium"/>
              </a:rPr>
              <a:t> ‘drive’/root</a:t>
            </a:r>
            <a:endParaRPr lang="en-US" sz="2400" b="0" strike="noStrike" spc="-1">
              <a:solidFill>
                <a:srgbClr val="000000"/>
              </a:solidFill>
              <a:latin typeface="Calibri"/>
            </a:endParaRPr>
          </a:p>
          <a:p>
            <a:pPr defTabSz="685800">
              <a:lnSpc>
                <a:spcPct val="110000"/>
              </a:lnSpc>
              <a:tabLst>
                <a:tab pos="0" algn="l"/>
              </a:tabLst>
            </a:pPr>
            <a:r>
              <a:rPr lang="en-US" sz="2400" b="0" strike="noStrike" spc="-1">
                <a:solidFill>
                  <a:schemeClr val="dk2"/>
                </a:solidFill>
                <a:latin typeface="DIN Pro Medium"/>
              </a:rPr>
              <a:t>Folder </a:t>
            </a:r>
            <a:r>
              <a:rPr lang="en-US" sz="2400" b="0" strike="noStrike" spc="-1">
                <a:solidFill>
                  <a:schemeClr val="dk2"/>
                </a:solidFill>
                <a:latin typeface="Wingdings"/>
              </a:rPr>
              <a:t></a:t>
            </a:r>
            <a:r>
              <a:rPr lang="en-US" sz="2400" b="0" strike="noStrike" spc="-1">
                <a:solidFill>
                  <a:schemeClr val="dk2"/>
                </a:solidFill>
                <a:latin typeface="DIN Pro Medium"/>
              </a:rPr>
              <a:t> folder</a:t>
            </a:r>
            <a:endParaRPr lang="en-US" sz="2400" b="0" strike="noStrike" spc="-1">
              <a:solidFill>
                <a:srgbClr val="000000"/>
              </a:solidFill>
              <a:latin typeface="Calibri"/>
            </a:endParaRPr>
          </a:p>
          <a:p>
            <a:pPr defTabSz="685800">
              <a:lnSpc>
                <a:spcPct val="110000"/>
              </a:lnSpc>
              <a:tabLst>
                <a:tab pos="0" algn="l"/>
              </a:tabLst>
            </a:pPr>
            <a:r>
              <a:rPr lang="en-US" sz="2400" b="0" strike="noStrike" spc="-1">
                <a:solidFill>
                  <a:schemeClr val="dk2"/>
                </a:solidFill>
                <a:latin typeface="DIN Pro Medium"/>
              </a:rPr>
              <a:t>Paper file </a:t>
            </a:r>
            <a:r>
              <a:rPr lang="en-US" sz="2400" b="0" strike="noStrike" spc="-1">
                <a:solidFill>
                  <a:schemeClr val="dk2"/>
                </a:solidFill>
                <a:latin typeface="Wingdings"/>
              </a:rPr>
              <a:t></a:t>
            </a:r>
            <a:r>
              <a:rPr lang="en-US" sz="2400" b="0" strike="noStrike" spc="-1">
                <a:solidFill>
                  <a:schemeClr val="dk2"/>
                </a:solidFill>
                <a:latin typeface="DIN Pro Medium"/>
              </a:rPr>
              <a:t> digital file</a:t>
            </a:r>
            <a:endParaRPr lang="en-US" sz="2400" b="0" strike="noStrike" spc="-1">
              <a:solidFill>
                <a:srgbClr val="000000"/>
              </a:solidFill>
              <a:latin typeface="Calibri"/>
            </a:endParaRPr>
          </a:p>
          <a:p>
            <a:pPr defTabSz="685800">
              <a:lnSpc>
                <a:spcPct val="110000"/>
              </a:lnSpc>
              <a:tabLst>
                <a:tab pos="0" algn="l"/>
              </a:tabLst>
            </a:pPr>
            <a:endParaRPr lang="en-US" sz="2400" b="0" strike="noStrike" spc="-1">
              <a:solidFill>
                <a:srgbClr val="000000"/>
              </a:solidFill>
              <a:latin typeface="Calibri"/>
            </a:endParaRPr>
          </a:p>
          <a:p>
            <a:pPr defTabSz="685800">
              <a:lnSpc>
                <a:spcPct val="110000"/>
              </a:lnSpc>
              <a:tabLst>
                <a:tab pos="0" algn="l"/>
              </a:tabLst>
            </a:pPr>
            <a:r>
              <a:rPr lang="en-US" sz="2400" b="0" strike="noStrike" spc="-1">
                <a:solidFill>
                  <a:schemeClr val="dk2"/>
                </a:solidFill>
                <a:latin typeface="DIN Pro Medium"/>
              </a:rPr>
              <a:t>This tells us something about how the file system on our computer is organised</a:t>
            </a:r>
            <a:endParaRPr lang="en-US" sz="2400" b="0" strike="noStrike" spc="-1">
              <a:solidFill>
                <a:srgbClr val="000000"/>
              </a:solidFill>
              <a:latin typeface="Calibri"/>
            </a:endParaRPr>
          </a:p>
        </p:txBody>
      </p:sp>
      <p:sp>
        <p:nvSpPr>
          <p:cNvPr id="5" name="PlaceHolder 4"/>
          <p:cNvSpPr>
            <a:spLocks noGrp="1"/>
          </p:cNvSpPr>
          <p:nvPr>
            <p:ph type="ftr" idx="5"/>
          </p:nvPr>
        </p:nvSpPr>
        <p:spPr/>
        <p:txBody>
          <a:bodyPr/>
          <a:lstStyle/>
          <a:p>
            <a:r>
              <a:t>University Library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450720" y="451080"/>
            <a:ext cx="189144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Directories</a:t>
            </a:r>
            <a:endParaRPr lang="nl-NL" sz="2500" b="0" strike="noStrike" spc="-1">
              <a:solidFill>
                <a:schemeClr val="dk1"/>
              </a:solidFill>
              <a:latin typeface="Calibri"/>
            </a:endParaRPr>
          </a:p>
        </p:txBody>
      </p:sp>
      <p:sp>
        <p:nvSpPr>
          <p:cNvPr id="142" name="PlaceHolder 2"/>
          <p:cNvSpPr>
            <a:spLocks noGrp="1"/>
          </p:cNvSpPr>
          <p:nvPr>
            <p:ph/>
          </p:nvPr>
        </p:nvSpPr>
        <p:spPr>
          <a:xfrm>
            <a:off x="1685880" y="1685880"/>
            <a:ext cx="655272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400" b="0" strike="noStrike" spc="-1">
                <a:solidFill>
                  <a:schemeClr val="dk2"/>
                </a:solidFill>
                <a:latin typeface="DIN Pro Medium"/>
              </a:rPr>
              <a:t>Paths:	/Users/imhotep</a:t>
            </a:r>
            <a:endParaRPr lang="nl-NL" sz="2400" b="0" strike="noStrike" spc="-1">
              <a:solidFill>
                <a:schemeClr val="dk2"/>
              </a:solidFill>
              <a:latin typeface="DIN Pro Medium"/>
            </a:endParaRPr>
          </a:p>
          <a:p>
            <a:pPr indent="0" defTabSz="685800">
              <a:lnSpc>
                <a:spcPct val="110000"/>
              </a:lnSpc>
              <a:buNone/>
              <a:tabLst>
                <a:tab pos="0" algn="l"/>
              </a:tabLst>
            </a:pPr>
            <a:r>
              <a:rPr lang="nl-NL" sz="2400" b="0" strike="noStrike" spc="-1">
                <a:solidFill>
                  <a:schemeClr val="dk2"/>
                </a:solidFill>
                <a:latin typeface="DIN Pro Medium"/>
              </a:rPr>
              <a:t>		/Users/larry</a:t>
            </a:r>
          </a:p>
          <a:p>
            <a:pPr indent="0" defTabSz="685800">
              <a:lnSpc>
                <a:spcPct val="110000"/>
              </a:lnSpc>
              <a:buNone/>
              <a:tabLst>
                <a:tab pos="0" algn="l"/>
              </a:tabLst>
            </a:pPr>
            <a:r>
              <a:rPr lang="nl-NL" sz="2400" b="0" strike="noStrike" spc="-1">
                <a:solidFill>
                  <a:schemeClr val="dk2"/>
                </a:solidFill>
                <a:latin typeface="DIN Pro Medium"/>
              </a:rPr>
              <a:t>		/Users/nelle</a:t>
            </a:r>
          </a:p>
        </p:txBody>
      </p:sp>
      <p:sp>
        <p:nvSpPr>
          <p:cNvPr id="143" name="PlaceHolder 3"/>
          <p:cNvSpPr>
            <a:spLocks noGrp="1"/>
          </p:cNvSpPr>
          <p:nvPr>
            <p:ph type="sldNum" idx="24"/>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3739A057-2610-4A65-8B1B-61E60FC764F5}" type="slidenum">
              <a:rPr lang="nl-NL" sz="1050" b="0" strike="noStrike" spc="-1">
                <a:solidFill>
                  <a:srgbClr val="7F7F7F"/>
                </a:solidFill>
                <a:latin typeface="DINPro"/>
              </a:rPr>
              <a:t>5</a:t>
            </a:fld>
            <a:r>
              <a:rPr lang="nl-NL" sz="1050" b="0" strike="noStrike" spc="-1">
                <a:solidFill>
                  <a:srgbClr val="7F7F7F"/>
                </a:solidFill>
                <a:latin typeface="DINPro"/>
              </a:rPr>
              <a:t> </a:t>
            </a:r>
            <a:endParaRPr lang="en-US" sz="1050" b="0" strike="noStrike" spc="-1">
              <a:solidFill>
                <a:srgbClr val="000000"/>
              </a:solidFill>
              <a:latin typeface="Calibri"/>
            </a:endParaRPr>
          </a:p>
        </p:txBody>
      </p:sp>
      <p:pic>
        <p:nvPicPr>
          <p:cNvPr id="144" name="Graphic 6"/>
          <p:cNvPicPr/>
          <p:nvPr/>
        </p:nvPicPr>
        <p:blipFill>
          <a:blip r:embed="rId2">
            <a:extLst>
              <a:ext uri="{96DAC541-7B7A-43D3-8B79-37D633B846F1}">
                <asvg:svgBlip xmlns:asvg="http://schemas.microsoft.com/office/drawing/2016/SVG/main" r:embed="rId3"/>
              </a:ext>
            </a:extLst>
          </a:blip>
          <a:stretch/>
        </p:blipFill>
        <p:spPr>
          <a:xfrm>
            <a:off x="5273280" y="2223360"/>
            <a:ext cx="3514680" cy="3196800"/>
          </a:xfrm>
          <a:prstGeom prst="rect">
            <a:avLst/>
          </a:prstGeom>
          <a:ln w="0">
            <a:noFill/>
          </a:ln>
        </p:spPr>
      </p:pic>
      <p:sp>
        <p:nvSpPr>
          <p:cNvPr id="5" name="PlaceHolder 4"/>
          <p:cNvSpPr>
            <a:spLocks noGrp="1"/>
          </p:cNvSpPr>
          <p:nvPr>
            <p:ph type="ftr" idx="5"/>
          </p:nvPr>
        </p:nvSpPr>
        <p:spPr/>
        <p:txBody>
          <a:bodyPr/>
          <a:lstStyle/>
          <a:p>
            <a:r>
              <a:t>University Library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450720" y="451080"/>
            <a:ext cx="514548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Absolute vs. Relative Paths</a:t>
            </a:r>
            <a:endParaRPr lang="nl-NL" sz="2500" b="0" strike="noStrike" spc="-1">
              <a:solidFill>
                <a:schemeClr val="dk1"/>
              </a:solidFill>
              <a:latin typeface="Calibri"/>
            </a:endParaRPr>
          </a:p>
        </p:txBody>
      </p:sp>
      <p:sp>
        <p:nvSpPr>
          <p:cNvPr id="146" name="PlaceHolder 2"/>
          <p:cNvSpPr>
            <a:spLocks noGrp="1"/>
          </p:cNvSpPr>
          <p:nvPr>
            <p:ph/>
          </p:nvPr>
        </p:nvSpPr>
        <p:spPr>
          <a:xfrm>
            <a:off x="1685880" y="1365119"/>
            <a:ext cx="10120680" cy="4937357"/>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400" b="0" strike="noStrike" spc="-1" dirty="0">
                <a:solidFill>
                  <a:schemeClr val="dk2"/>
                </a:solidFill>
                <a:latin typeface="DIN Pro Medium"/>
              </a:rPr>
              <a:t>Starting from /Users/</a:t>
            </a:r>
            <a:r>
              <a:rPr lang="en-US" sz="2400" b="0" strike="noStrike" spc="-1" dirty="0" err="1">
                <a:solidFill>
                  <a:schemeClr val="dk2"/>
                </a:solidFill>
                <a:latin typeface="DIN Pro Medium"/>
              </a:rPr>
              <a:t>amanda</a:t>
            </a:r>
            <a:r>
              <a:rPr lang="en-US" sz="2400" b="0" strike="noStrike" spc="-1" dirty="0">
                <a:solidFill>
                  <a:schemeClr val="dk2"/>
                </a:solidFill>
                <a:latin typeface="DIN Pro Medium"/>
              </a:rPr>
              <a:t>/data, which of the following commands could Amanda use to navigate to her home directory, which is /Users/</a:t>
            </a:r>
            <a:r>
              <a:rPr lang="en-US" sz="2400" b="0" strike="noStrike" spc="-1" dirty="0" err="1">
                <a:solidFill>
                  <a:schemeClr val="dk2"/>
                </a:solidFill>
                <a:latin typeface="DIN Pro Medium"/>
              </a:rPr>
              <a:t>amanda</a:t>
            </a:r>
            <a:r>
              <a:rPr lang="en-US" sz="2400" b="0" strike="noStrike" spc="-1" dirty="0">
                <a:solidFill>
                  <a:schemeClr val="dk2"/>
                </a:solidFill>
                <a:latin typeface="DIN Pro Medium"/>
              </a:rPr>
              <a:t>?</a:t>
            </a:r>
            <a:endParaRPr lang="nl-NL" sz="2400" b="0" strike="noStrike" spc="-1" dirty="0">
              <a:solidFill>
                <a:schemeClr val="dk2"/>
              </a:solidFill>
              <a:latin typeface="DIN Pro Medium"/>
            </a:endParaRPr>
          </a:p>
          <a:p>
            <a:pPr indent="0" defTabSz="685800">
              <a:lnSpc>
                <a:spcPct val="110000"/>
              </a:lnSpc>
              <a:buNone/>
              <a:tabLst>
                <a:tab pos="0" algn="l"/>
              </a:tabLst>
            </a:pPr>
            <a:r>
              <a:rPr lang="en-US" b="0" strike="noStrike" spc="-1" dirty="0">
                <a:solidFill>
                  <a:schemeClr val="dk2"/>
                </a:solidFill>
                <a:latin typeface="DIN Pro Medium"/>
              </a:rPr>
              <a:t>  </a:t>
            </a:r>
            <a:r>
              <a:rPr lang="en-US" sz="1600" b="0" strike="noStrike" spc="-1" dirty="0">
                <a:solidFill>
                  <a:schemeClr val="dk2"/>
                </a:solidFill>
                <a:latin typeface="DIN Pro Medium"/>
              </a:rPr>
              <a:t>cd .</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 /</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 /home/</a:t>
            </a:r>
            <a:r>
              <a:rPr lang="en-US" sz="1600" b="0" strike="noStrike" spc="-1" dirty="0" err="1">
                <a:solidFill>
                  <a:schemeClr val="dk2"/>
                </a:solidFill>
                <a:latin typeface="DIN Pro Medium"/>
              </a:rPr>
              <a:t>amanda</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 ../..</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 ~</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 home</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 ~/data/..</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    cd ..</a:t>
            </a:r>
            <a:endParaRPr lang="nl-NL" sz="2400" b="0" strike="noStrike" spc="-1" dirty="0">
              <a:solidFill>
                <a:schemeClr val="dk2"/>
              </a:solidFill>
              <a:latin typeface="DIN Pro Medium"/>
            </a:endParaRPr>
          </a:p>
        </p:txBody>
      </p:sp>
      <p:sp>
        <p:nvSpPr>
          <p:cNvPr id="147" name="PlaceHolder 3"/>
          <p:cNvSpPr>
            <a:spLocks noGrp="1"/>
          </p:cNvSpPr>
          <p:nvPr>
            <p:ph type="sldNum" idx="25"/>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4EDED5EA-871E-424C-BEDB-42B778611978}" type="slidenum">
              <a:rPr lang="nl-NL" sz="1050" b="0" strike="noStrike" spc="-1">
                <a:solidFill>
                  <a:srgbClr val="7F7F7F"/>
                </a:solidFill>
                <a:latin typeface="DINPro"/>
              </a:rPr>
              <a:t>6</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5" name="PlaceHolder 4"/>
          <p:cNvSpPr>
            <a:spLocks noGrp="1"/>
          </p:cNvSpPr>
          <p:nvPr>
            <p:ph type="ftr" idx="5"/>
          </p:nvPr>
        </p:nvSpPr>
        <p:spPr/>
        <p:txBody>
          <a:bodyPr/>
          <a:lstStyle/>
          <a:p>
            <a:r>
              <a:rPr dirty="0"/>
              <a:t>University Library</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9" presetClass="emph" fill="hold" nodeType="clickEffect">
                                  <p:stCondLst>
                                    <p:cond delay="0"/>
                                  </p:stCondLst>
                                  <p:childTnLst>
                                    <p:animClr clrSpc="rgb" dir="cw">
                                      <p:cBhvr>
                                        <p:cTn id="6" dur="500" fill="hold"/>
                                        <p:tgtEl>
                                          <p:spTgt spid="146">
                                            <p:txEl>
                                              <p:pRg st="5" end="5"/>
                                            </p:txEl>
                                          </p:spTgt>
                                        </p:tgtEl>
                                        <p:attrNameLst>
                                          <p:attrName>style.color</p:attrName>
                                        </p:attrNameLst>
                                      </p:cBhvr>
                                      <p:to>
                                        <a:srgbClr val="4FAF48"/>
                                      </p:to>
                                    </p:animClr>
                                    <p:animClr clrSpc="rgb" dir="cw">
                                      <p:cBhvr>
                                        <p:cTn id="7" dur="500" fill="hold"/>
                                        <p:tgtEl>
                                          <p:spTgt spid="146">
                                            <p:txEl>
                                              <p:pRg st="5" end="5"/>
                                            </p:txEl>
                                          </p:spTgt>
                                        </p:tgtEl>
                                        <p:attrNameLst>
                                          <p:attrName>fillcolor</p:attrName>
                                        </p:attrNameLst>
                                      </p:cBhvr>
                                      <p:to>
                                        <a:srgbClr val="4FAF48"/>
                                      </p:to>
                                    </p:animClr>
                                    <p:set>
                                      <p:cBhvr>
                                        <p:cTn id="8" dur="500" fill="hold"/>
                                        <p:tgtEl>
                                          <p:spTgt spid="146">
                                            <p:txEl>
                                              <p:pRg st="5" end="5"/>
                                            </p:txEl>
                                          </p:spTgt>
                                        </p:tgtEl>
                                        <p:attrNameLst>
                                          <p:attrName>fill.type</p:attrName>
                                        </p:attrNameLst>
                                      </p:cBhvr>
                                      <p:to>
                                        <p:strVal val="solid"/>
                                      </p:to>
                                    </p:set>
                                    <p:set>
                                      <p:cBhvr>
                                        <p:cTn id="9" dur="500" fill="hold"/>
                                        <p:tgtEl>
                                          <p:spTgt spid="146">
                                            <p:txEl>
                                              <p:pRg st="5" end="5"/>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fill="hold" nodeType="clickEffect">
                                  <p:stCondLst>
                                    <p:cond delay="0"/>
                                  </p:stCondLst>
                                  <p:childTnLst>
                                    <p:animClr clrSpc="rgb" dir="cw">
                                      <p:cBhvr>
                                        <p:cTn id="13" dur="500" fill="hold"/>
                                        <p:tgtEl>
                                          <p:spTgt spid="146">
                                            <p:txEl>
                                              <p:pRg st="7" end="7"/>
                                            </p:txEl>
                                          </p:spTgt>
                                        </p:tgtEl>
                                        <p:attrNameLst>
                                          <p:attrName>style.color</p:attrName>
                                        </p:attrNameLst>
                                      </p:cBhvr>
                                      <p:to>
                                        <a:srgbClr val="4FAF48"/>
                                      </p:to>
                                    </p:animClr>
                                    <p:animClr clrSpc="rgb" dir="cw">
                                      <p:cBhvr>
                                        <p:cTn id="14" dur="500" fill="hold"/>
                                        <p:tgtEl>
                                          <p:spTgt spid="146">
                                            <p:txEl>
                                              <p:pRg st="7" end="7"/>
                                            </p:txEl>
                                          </p:spTgt>
                                        </p:tgtEl>
                                        <p:attrNameLst>
                                          <p:attrName>fillcolor</p:attrName>
                                        </p:attrNameLst>
                                      </p:cBhvr>
                                      <p:to>
                                        <a:srgbClr val="4FAF48"/>
                                      </p:to>
                                    </p:animClr>
                                    <p:set>
                                      <p:cBhvr>
                                        <p:cTn id="15" dur="500" fill="hold"/>
                                        <p:tgtEl>
                                          <p:spTgt spid="146">
                                            <p:txEl>
                                              <p:pRg st="7" end="7"/>
                                            </p:txEl>
                                          </p:spTgt>
                                        </p:tgtEl>
                                        <p:attrNameLst>
                                          <p:attrName>fill.type</p:attrName>
                                        </p:attrNameLst>
                                      </p:cBhvr>
                                      <p:to>
                                        <p:strVal val="solid"/>
                                      </p:to>
                                    </p:set>
                                    <p:set>
                                      <p:cBhvr>
                                        <p:cTn id="16" dur="500" fill="hold"/>
                                        <p:tgtEl>
                                          <p:spTgt spid="146">
                                            <p:txEl>
                                              <p:pRg st="7" end="7"/>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fill="hold" nodeType="clickEffect">
                                  <p:stCondLst>
                                    <p:cond delay="0"/>
                                  </p:stCondLst>
                                  <p:childTnLst>
                                    <p:animClr clrSpc="rgb" dir="cw">
                                      <p:cBhvr>
                                        <p:cTn id="20" dur="500" fill="hold"/>
                                        <p:tgtEl>
                                          <p:spTgt spid="146">
                                            <p:txEl>
                                              <p:pRg st="8" end="8"/>
                                            </p:txEl>
                                          </p:spTgt>
                                        </p:tgtEl>
                                        <p:attrNameLst>
                                          <p:attrName>style.color</p:attrName>
                                        </p:attrNameLst>
                                      </p:cBhvr>
                                      <p:to>
                                        <a:srgbClr val="4FAF48"/>
                                      </p:to>
                                    </p:animClr>
                                    <p:animClr clrSpc="rgb" dir="cw">
                                      <p:cBhvr>
                                        <p:cTn id="21" dur="500" fill="hold"/>
                                        <p:tgtEl>
                                          <p:spTgt spid="146">
                                            <p:txEl>
                                              <p:pRg st="8" end="8"/>
                                            </p:txEl>
                                          </p:spTgt>
                                        </p:tgtEl>
                                        <p:attrNameLst>
                                          <p:attrName>fillcolor</p:attrName>
                                        </p:attrNameLst>
                                      </p:cBhvr>
                                      <p:to>
                                        <a:srgbClr val="4FAF48"/>
                                      </p:to>
                                    </p:animClr>
                                    <p:set>
                                      <p:cBhvr>
                                        <p:cTn id="22" dur="500" fill="hold"/>
                                        <p:tgtEl>
                                          <p:spTgt spid="146">
                                            <p:txEl>
                                              <p:pRg st="8" end="8"/>
                                            </p:txEl>
                                          </p:spTgt>
                                        </p:tgtEl>
                                        <p:attrNameLst>
                                          <p:attrName>fill.type</p:attrName>
                                        </p:attrNameLst>
                                      </p:cBhvr>
                                      <p:to>
                                        <p:strVal val="solid"/>
                                      </p:to>
                                    </p:set>
                                    <p:set>
                                      <p:cBhvr>
                                        <p:cTn id="23" dur="500" fill="hold"/>
                                        <p:tgtEl>
                                          <p:spTgt spid="146">
                                            <p:txEl>
                                              <p:pRg st="8" end="8"/>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fill="hold" nodeType="clickEffect">
                                  <p:stCondLst>
                                    <p:cond delay="0"/>
                                  </p:stCondLst>
                                  <p:childTnLst>
                                    <p:animClr clrSpc="rgb" dir="cw">
                                      <p:cBhvr>
                                        <p:cTn id="27" dur="500" fill="hold"/>
                                        <p:tgtEl>
                                          <p:spTgt spid="146">
                                            <p:txEl>
                                              <p:pRg st="9" end="9"/>
                                            </p:txEl>
                                          </p:spTgt>
                                        </p:tgtEl>
                                        <p:attrNameLst>
                                          <p:attrName>style.color</p:attrName>
                                        </p:attrNameLst>
                                      </p:cBhvr>
                                      <p:to>
                                        <a:srgbClr val="4FAF48"/>
                                      </p:to>
                                    </p:animClr>
                                    <p:animClr clrSpc="rgb" dir="cw">
                                      <p:cBhvr>
                                        <p:cTn id="28" dur="500" fill="hold"/>
                                        <p:tgtEl>
                                          <p:spTgt spid="146">
                                            <p:txEl>
                                              <p:pRg st="9" end="9"/>
                                            </p:txEl>
                                          </p:spTgt>
                                        </p:tgtEl>
                                        <p:attrNameLst>
                                          <p:attrName>fillcolor</p:attrName>
                                        </p:attrNameLst>
                                      </p:cBhvr>
                                      <p:to>
                                        <a:srgbClr val="4FAF48"/>
                                      </p:to>
                                    </p:animClr>
                                    <p:set>
                                      <p:cBhvr>
                                        <p:cTn id="29" dur="500" fill="hold"/>
                                        <p:tgtEl>
                                          <p:spTgt spid="146">
                                            <p:txEl>
                                              <p:pRg st="9" end="9"/>
                                            </p:txEl>
                                          </p:spTgt>
                                        </p:tgtEl>
                                        <p:attrNameLst>
                                          <p:attrName>fill.type</p:attrName>
                                        </p:attrNameLst>
                                      </p:cBhvr>
                                      <p:to>
                                        <p:strVal val="solid"/>
                                      </p:to>
                                    </p:set>
                                    <p:set>
                                      <p:cBhvr>
                                        <p:cTn id="30" dur="500" fill="hold"/>
                                        <p:tgtEl>
                                          <p:spTgt spid="146">
                                            <p:txEl>
                                              <p:pRg st="9" end="9"/>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450720" y="451080"/>
            <a:ext cx="486396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Reading Comprehension</a:t>
            </a:r>
            <a:endParaRPr lang="nl-NL" sz="2500" b="0" strike="noStrike" spc="-1">
              <a:solidFill>
                <a:schemeClr val="dk1"/>
              </a:solidFill>
              <a:latin typeface="Calibri"/>
            </a:endParaRPr>
          </a:p>
        </p:txBody>
      </p:sp>
      <p:sp>
        <p:nvSpPr>
          <p:cNvPr id="149" name="PlaceHolder 2"/>
          <p:cNvSpPr>
            <a:spLocks noGrp="1"/>
          </p:cNvSpPr>
          <p:nvPr>
            <p:ph/>
          </p:nvPr>
        </p:nvSpPr>
        <p:spPr>
          <a:xfrm>
            <a:off x="1685880" y="1233720"/>
            <a:ext cx="1044972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400" b="0" strike="noStrike" spc="-1" dirty="0">
                <a:solidFill>
                  <a:schemeClr val="dk2"/>
                </a:solidFill>
                <a:latin typeface="DIN Pro Medium"/>
              </a:rPr>
              <a:t>Using the filesystem diagram below, if </a:t>
            </a:r>
            <a:r>
              <a:rPr lang="en-US" sz="2400" b="0" strike="noStrike" spc="-1" dirty="0" err="1">
                <a:solidFill>
                  <a:schemeClr val="dk2"/>
                </a:solidFill>
                <a:latin typeface="DIN Pro Medium"/>
              </a:rPr>
              <a:t>pwd</a:t>
            </a:r>
            <a:r>
              <a:rPr lang="en-US" sz="2400" b="0" strike="noStrike" spc="-1" dirty="0">
                <a:solidFill>
                  <a:schemeClr val="dk2"/>
                </a:solidFill>
                <a:latin typeface="DIN Pro Medium"/>
              </a:rPr>
              <a:t> displays </a:t>
            </a:r>
            <a:r>
              <a:rPr lang="en-US" sz="2400" b="1" strike="noStrike" spc="-1" dirty="0">
                <a:solidFill>
                  <a:schemeClr val="dk2"/>
                </a:solidFill>
                <a:latin typeface="DIN Pro Medium"/>
              </a:rPr>
              <a:t>/Users/backup</a:t>
            </a:r>
            <a:r>
              <a:rPr lang="en-US" sz="2400" b="0" strike="noStrike" spc="-1" dirty="0">
                <a:solidFill>
                  <a:schemeClr val="dk2"/>
                </a:solidFill>
                <a:latin typeface="DIN Pro Medium"/>
              </a:rPr>
              <a:t>, and -r tells ls to display things in reverse order, what command(s) will result in the following output:</a:t>
            </a:r>
            <a:endParaRPr lang="nl-NL" sz="2400" b="0" strike="noStrike" spc="-1" dirty="0">
              <a:solidFill>
                <a:schemeClr val="dk2"/>
              </a:solidFill>
              <a:latin typeface="DIN Pro Medium"/>
            </a:endParaRPr>
          </a:p>
          <a:p>
            <a:pPr marL="343080" indent="-343080" defTabSz="685800">
              <a:lnSpc>
                <a:spcPct val="110000"/>
              </a:lnSpc>
              <a:buClr>
                <a:srgbClr val="0089CF"/>
              </a:buClr>
              <a:buFont typeface="Wingdings" charset="2"/>
              <a:buChar char=""/>
              <a:tabLst>
                <a:tab pos="0" algn="l"/>
              </a:tabLst>
            </a:pPr>
            <a:r>
              <a:rPr lang="pt-BR" sz="2400" b="0" strike="noStrike" spc="-1" dirty="0">
                <a:solidFill>
                  <a:schemeClr val="dk2"/>
                </a:solidFill>
                <a:latin typeface="DIN Pro Medium"/>
              </a:rPr>
              <a:t>pnas_sub/	pnas_final/	 original/</a:t>
            </a:r>
            <a:endParaRPr lang="nl-NL" sz="2400" b="0" strike="noStrike" spc="-1" dirty="0">
              <a:solidFill>
                <a:schemeClr val="dk2"/>
              </a:solidFill>
              <a:latin typeface="DIN Pro Medium"/>
            </a:endParaRPr>
          </a:p>
          <a:p>
            <a:pPr indent="0" defTabSz="685800">
              <a:lnSpc>
                <a:spcPct val="110000"/>
              </a:lnSpc>
              <a:buNone/>
              <a:tabLst>
                <a:tab pos="0" algn="l"/>
              </a:tabLst>
            </a:pPr>
            <a:endParaRPr lang="nl-NL" sz="24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400" b="0" strike="noStrike" spc="-1" dirty="0">
                <a:solidFill>
                  <a:schemeClr val="dk2"/>
                </a:solidFill>
                <a:latin typeface="DIN Pro Medium"/>
              </a:rPr>
              <a:t>ls </a:t>
            </a:r>
            <a:r>
              <a:rPr lang="en-US" sz="2400" b="0" strike="noStrike" spc="-1" dirty="0" err="1">
                <a:solidFill>
                  <a:schemeClr val="dk2"/>
                </a:solidFill>
                <a:latin typeface="DIN Pro Medium"/>
              </a:rPr>
              <a:t>pwd</a:t>
            </a:r>
            <a:endParaRPr lang="nl-NL" sz="24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400" b="0" strike="noStrike" spc="-1" dirty="0">
                <a:solidFill>
                  <a:schemeClr val="dk2"/>
                </a:solidFill>
                <a:latin typeface="DIN Pro Medium"/>
              </a:rPr>
              <a:t>ls -r –F</a:t>
            </a:r>
            <a:endParaRPr lang="nl-NL" sz="24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400" b="0" strike="noStrike" spc="-1" dirty="0">
                <a:solidFill>
                  <a:schemeClr val="dk2"/>
                </a:solidFill>
                <a:latin typeface="DIN Pro Medium"/>
              </a:rPr>
              <a:t>ls -r -F /Users/backup</a:t>
            </a:r>
            <a:endParaRPr lang="nl-NL" sz="2400" b="0" strike="noStrike" spc="-1" dirty="0">
              <a:solidFill>
                <a:schemeClr val="dk2"/>
              </a:solidFill>
              <a:latin typeface="DIN Pro Medium"/>
            </a:endParaRPr>
          </a:p>
        </p:txBody>
      </p:sp>
      <p:sp>
        <p:nvSpPr>
          <p:cNvPr id="150" name="PlaceHolder 3"/>
          <p:cNvSpPr>
            <a:spLocks noGrp="1"/>
          </p:cNvSpPr>
          <p:nvPr>
            <p:ph type="sldNum" idx="26"/>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99A99B3D-BBCD-400E-AF08-704CCAF8DD59}" type="slidenum">
              <a:rPr lang="nl-NL" sz="1050" b="0" strike="noStrike" spc="-1">
                <a:solidFill>
                  <a:srgbClr val="7F7F7F"/>
                </a:solidFill>
                <a:latin typeface="DINPro"/>
              </a:rPr>
              <a:t>7</a:t>
            </a:fld>
            <a:r>
              <a:rPr lang="nl-NL" sz="1050" b="0" strike="noStrike" spc="-1">
                <a:solidFill>
                  <a:srgbClr val="7F7F7F"/>
                </a:solidFill>
                <a:latin typeface="DINPro"/>
              </a:rPr>
              <a:t> </a:t>
            </a:r>
            <a:endParaRPr lang="en-US" sz="1050" b="0" strike="noStrike" spc="-1">
              <a:solidFill>
                <a:srgbClr val="000000"/>
              </a:solidFill>
              <a:latin typeface="Calibri"/>
            </a:endParaRPr>
          </a:p>
        </p:txBody>
      </p:sp>
      <p:pic>
        <p:nvPicPr>
          <p:cNvPr id="151" name="Graphic 10"/>
          <p:cNvPicPr/>
          <p:nvPr/>
        </p:nvPicPr>
        <p:blipFill>
          <a:blip r:embed="rId2">
            <a:extLst>
              <a:ext uri="{96DAC541-7B7A-43D3-8B79-37D633B846F1}">
                <asvg:svgBlip xmlns:asvg="http://schemas.microsoft.com/office/drawing/2016/SVG/main" r:embed="rId3"/>
              </a:ext>
            </a:extLst>
          </a:blip>
          <a:stretch/>
        </p:blipFill>
        <p:spPr>
          <a:xfrm>
            <a:off x="6360120" y="2406240"/>
            <a:ext cx="5612040" cy="3551400"/>
          </a:xfrm>
          <a:prstGeom prst="rect">
            <a:avLst/>
          </a:prstGeom>
          <a:ln w="0">
            <a:noFill/>
          </a:ln>
        </p:spPr>
      </p:pic>
      <p:sp>
        <p:nvSpPr>
          <p:cNvPr id="5" name="PlaceHolder 4"/>
          <p:cNvSpPr>
            <a:spLocks noGrp="1"/>
          </p:cNvSpPr>
          <p:nvPr>
            <p:ph type="ftr" idx="5"/>
          </p:nvPr>
        </p:nvSpPr>
        <p:spPr/>
        <p:txBody>
          <a:bodyPr/>
          <a:lstStyle/>
          <a:p>
            <a:r>
              <a:rPr dirty="0"/>
              <a:t>University Library</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9" presetClass="emph" fill="hold" nodeType="clickEffect">
                                  <p:stCondLst>
                                    <p:cond delay="0"/>
                                  </p:stCondLst>
                                  <p:childTnLst>
                                    <p:animClr clrSpc="rgb" dir="cw">
                                      <p:cBhvr>
                                        <p:cTn id="6" dur="500" fill="hold"/>
                                        <p:tgtEl>
                                          <p:spTgt spid="149">
                                            <p:txEl>
                                              <p:pRg st="4" end="4"/>
                                            </p:txEl>
                                          </p:spTgt>
                                        </p:tgtEl>
                                        <p:attrNameLst>
                                          <p:attrName>style.color</p:attrName>
                                        </p:attrNameLst>
                                      </p:cBhvr>
                                      <p:to>
                                        <a:srgbClr val="4FAF48"/>
                                      </p:to>
                                    </p:animClr>
                                    <p:animClr clrSpc="rgb" dir="cw">
                                      <p:cBhvr>
                                        <p:cTn id="7" dur="500" fill="hold"/>
                                        <p:tgtEl>
                                          <p:spTgt spid="149">
                                            <p:txEl>
                                              <p:pRg st="4" end="4"/>
                                            </p:txEl>
                                          </p:spTgt>
                                        </p:tgtEl>
                                        <p:attrNameLst>
                                          <p:attrName>fillcolor</p:attrName>
                                        </p:attrNameLst>
                                      </p:cBhvr>
                                      <p:to>
                                        <a:srgbClr val="4FAF48"/>
                                      </p:to>
                                    </p:animClr>
                                    <p:set>
                                      <p:cBhvr>
                                        <p:cTn id="8" dur="500" fill="hold"/>
                                        <p:tgtEl>
                                          <p:spTgt spid="149">
                                            <p:txEl>
                                              <p:pRg st="4" end="4"/>
                                            </p:txEl>
                                          </p:spTgt>
                                        </p:tgtEl>
                                        <p:attrNameLst>
                                          <p:attrName>fill.type</p:attrName>
                                        </p:attrNameLst>
                                      </p:cBhvr>
                                      <p:to>
                                        <p:strVal val="solid"/>
                                      </p:to>
                                    </p:set>
                                    <p:set>
                                      <p:cBhvr>
                                        <p:cTn id="9" dur="500" fill="hold"/>
                                        <p:tgtEl>
                                          <p:spTgt spid="149">
                                            <p:txEl>
                                              <p:pRg st="4" end="4"/>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fill="hold" nodeType="clickEffect">
                                  <p:stCondLst>
                                    <p:cond delay="0"/>
                                  </p:stCondLst>
                                  <p:childTnLst>
                                    <p:animClr clrSpc="rgb" dir="cw">
                                      <p:cBhvr>
                                        <p:cTn id="13" dur="500" fill="hold"/>
                                        <p:tgtEl>
                                          <p:spTgt spid="149">
                                            <p:txEl>
                                              <p:pRg st="5" end="5"/>
                                            </p:txEl>
                                          </p:spTgt>
                                        </p:tgtEl>
                                        <p:attrNameLst>
                                          <p:attrName>style.color</p:attrName>
                                        </p:attrNameLst>
                                      </p:cBhvr>
                                      <p:to>
                                        <a:srgbClr val="4FAF48"/>
                                      </p:to>
                                    </p:animClr>
                                    <p:animClr clrSpc="rgb" dir="cw">
                                      <p:cBhvr>
                                        <p:cTn id="14" dur="500" fill="hold"/>
                                        <p:tgtEl>
                                          <p:spTgt spid="149">
                                            <p:txEl>
                                              <p:pRg st="5" end="5"/>
                                            </p:txEl>
                                          </p:spTgt>
                                        </p:tgtEl>
                                        <p:attrNameLst>
                                          <p:attrName>fillcolor</p:attrName>
                                        </p:attrNameLst>
                                      </p:cBhvr>
                                      <p:to>
                                        <a:srgbClr val="4FAF48"/>
                                      </p:to>
                                    </p:animClr>
                                    <p:set>
                                      <p:cBhvr>
                                        <p:cTn id="15" dur="500" fill="hold"/>
                                        <p:tgtEl>
                                          <p:spTgt spid="149">
                                            <p:txEl>
                                              <p:pRg st="5" end="5"/>
                                            </p:txEl>
                                          </p:spTgt>
                                        </p:tgtEl>
                                        <p:attrNameLst>
                                          <p:attrName>fill.type</p:attrName>
                                        </p:attrNameLst>
                                      </p:cBhvr>
                                      <p:to>
                                        <p:strVal val="solid"/>
                                      </p:to>
                                    </p:set>
                                    <p:set>
                                      <p:cBhvr>
                                        <p:cTn id="16" dur="500" fill="hold"/>
                                        <p:tgtEl>
                                          <p:spTgt spid="149">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450720" y="451080"/>
            <a:ext cx="505476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General Syntax of a Shell command</a:t>
            </a:r>
            <a:endParaRPr lang="nl-NL" sz="2500" b="0" strike="noStrike" spc="-1">
              <a:solidFill>
                <a:schemeClr val="dk1"/>
              </a:solidFill>
              <a:latin typeface="Calibri"/>
            </a:endParaRPr>
          </a:p>
        </p:txBody>
      </p:sp>
      <p:sp>
        <p:nvSpPr>
          <p:cNvPr id="153" name="PlaceHolder 2"/>
          <p:cNvSpPr>
            <a:spLocks noGrp="1"/>
          </p:cNvSpPr>
          <p:nvPr>
            <p:ph/>
          </p:nvPr>
        </p:nvSpPr>
        <p:spPr>
          <a:xfrm>
            <a:off x="1685880" y="1685880"/>
            <a:ext cx="6552720" cy="4273200"/>
          </a:xfrm>
          <a:prstGeom prst="rect">
            <a:avLst/>
          </a:prstGeom>
          <a:noFill/>
          <a:ln w="0">
            <a:noFill/>
          </a:ln>
        </p:spPr>
        <p:txBody>
          <a:bodyPr lIns="0" tIns="0" rIns="0" bIns="0" anchor="t">
            <a:noAutofit/>
          </a:bodyPr>
          <a:lstStyle/>
          <a:p>
            <a:pPr indent="0">
              <a:lnSpc>
                <a:spcPct val="110000"/>
              </a:lnSpc>
              <a:spcBef>
                <a:spcPts val="1417"/>
              </a:spcBef>
              <a:buNone/>
            </a:pPr>
            <a:endParaRPr lang="nl-NL" sz="2400" b="0" strike="noStrike" spc="-1">
              <a:solidFill>
                <a:schemeClr val="dk2"/>
              </a:solidFill>
              <a:latin typeface="DIN Pro Medium"/>
            </a:endParaRPr>
          </a:p>
        </p:txBody>
      </p:sp>
      <p:sp>
        <p:nvSpPr>
          <p:cNvPr id="154" name="PlaceHolder 3"/>
          <p:cNvSpPr>
            <a:spLocks noGrp="1"/>
          </p:cNvSpPr>
          <p:nvPr>
            <p:ph type="sldNum" idx="27"/>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A67EF1F2-54C8-4215-BB79-13AFB80845AE}" type="slidenum">
              <a:rPr lang="nl-NL" sz="1050" b="0" strike="noStrike" spc="-1">
                <a:solidFill>
                  <a:srgbClr val="7F7F7F"/>
                </a:solidFill>
                <a:latin typeface="DINPro"/>
              </a:rPr>
              <a:t>8</a:t>
            </a:fld>
            <a:r>
              <a:rPr lang="nl-NL" sz="1050" b="0" strike="noStrike" spc="-1">
                <a:solidFill>
                  <a:srgbClr val="7F7F7F"/>
                </a:solidFill>
                <a:latin typeface="DINPro"/>
              </a:rPr>
              <a:t> </a:t>
            </a:r>
            <a:endParaRPr lang="en-US" sz="1050" b="0" strike="noStrike" spc="-1">
              <a:solidFill>
                <a:srgbClr val="000000"/>
              </a:solidFill>
              <a:latin typeface="Calibri"/>
            </a:endParaRPr>
          </a:p>
        </p:txBody>
      </p:sp>
      <p:pic>
        <p:nvPicPr>
          <p:cNvPr id="155" name="Graphic 6"/>
          <p:cNvPicPr/>
          <p:nvPr/>
        </p:nvPicPr>
        <p:blipFill>
          <a:blip r:embed="rId2">
            <a:extLst>
              <a:ext uri="{96DAC541-7B7A-43D3-8B79-37D633B846F1}">
                <asvg:svgBlip xmlns:asvg="http://schemas.microsoft.com/office/drawing/2016/SVG/main" r:embed="rId3"/>
              </a:ext>
            </a:extLst>
          </a:blip>
          <a:stretch/>
        </p:blipFill>
        <p:spPr>
          <a:xfrm>
            <a:off x="4275360" y="2361960"/>
            <a:ext cx="5060880" cy="2703960"/>
          </a:xfrm>
          <a:prstGeom prst="rect">
            <a:avLst/>
          </a:prstGeom>
          <a:ln w="0">
            <a:noFill/>
          </a:ln>
        </p:spPr>
      </p:pic>
      <p:sp>
        <p:nvSpPr>
          <p:cNvPr id="5" name="PlaceHolder 4"/>
          <p:cNvSpPr>
            <a:spLocks noGrp="1"/>
          </p:cNvSpPr>
          <p:nvPr>
            <p:ph type="ftr" idx="5"/>
          </p:nvPr>
        </p:nvSpPr>
        <p:spPr/>
        <p:txBody>
          <a:bodyPr/>
          <a:lstStyle/>
          <a:p>
            <a:r>
              <a:t>University Library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50720" y="451080"/>
            <a:ext cx="358560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Renaming files</a:t>
            </a:r>
            <a:endParaRPr lang="nl-NL" sz="2500" b="0" strike="noStrike" spc="-1">
              <a:solidFill>
                <a:schemeClr val="dk1"/>
              </a:solidFill>
              <a:latin typeface="Calibri"/>
            </a:endParaRPr>
          </a:p>
        </p:txBody>
      </p:sp>
      <p:sp>
        <p:nvSpPr>
          <p:cNvPr id="157" name="PlaceHolder 2"/>
          <p:cNvSpPr>
            <a:spLocks noGrp="1"/>
          </p:cNvSpPr>
          <p:nvPr>
            <p:ph/>
          </p:nvPr>
        </p:nvSpPr>
        <p:spPr>
          <a:xfrm>
            <a:off x="1685880" y="1685880"/>
            <a:ext cx="9166320" cy="472104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200" b="0" strike="noStrike" spc="-1" dirty="0">
                <a:solidFill>
                  <a:schemeClr val="dk2"/>
                </a:solidFill>
                <a:latin typeface="DIN Pro Medium"/>
              </a:rPr>
              <a:t>Suppose that you created a plain-text file in your current directory to contain a list of the statistical tests you will need to do to analyze your data, and named it: statstics.txt</a:t>
            </a:r>
            <a:endParaRPr lang="nl-NL" sz="2200" b="0" strike="noStrike" spc="-1" dirty="0">
              <a:solidFill>
                <a:schemeClr val="dk2"/>
              </a:solidFill>
              <a:latin typeface="DIN Pro Medium"/>
            </a:endParaRPr>
          </a:p>
          <a:p>
            <a:pPr indent="0" defTabSz="685800">
              <a:lnSpc>
                <a:spcPct val="110000"/>
              </a:lnSpc>
              <a:buNone/>
              <a:tabLst>
                <a:tab pos="0" algn="l"/>
              </a:tabLst>
            </a:pPr>
            <a:r>
              <a:rPr lang="en-US" sz="2200" b="0" strike="noStrike" spc="-1" dirty="0">
                <a:solidFill>
                  <a:schemeClr val="dk2"/>
                </a:solidFill>
                <a:latin typeface="DIN Pro Medium"/>
              </a:rPr>
              <a:t>After creating and saving this file you realize you misspelled the filename! You want to correct the mistake, which of the following commands could you use to do so?</a:t>
            </a:r>
          </a:p>
          <a:p>
            <a:pPr indent="0" defTabSz="685800">
              <a:lnSpc>
                <a:spcPct val="110000"/>
              </a:lnSpc>
              <a:buNone/>
              <a:tabLst>
                <a:tab pos="0" algn="l"/>
              </a:tabLst>
            </a:pPr>
            <a:endParaRPr lang="nl-NL" sz="22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200" b="0" strike="noStrike" spc="-1" dirty="0">
                <a:solidFill>
                  <a:schemeClr val="dk2"/>
                </a:solidFill>
                <a:latin typeface="DIN Pro Medium"/>
              </a:rPr>
              <a:t>cp statstics.txt statistics.txt</a:t>
            </a:r>
            <a:endParaRPr lang="nl-NL" sz="22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200" b="0" strike="noStrike" spc="-1" dirty="0">
                <a:solidFill>
                  <a:schemeClr val="dk2"/>
                </a:solidFill>
                <a:latin typeface="DIN Pro Medium"/>
              </a:rPr>
              <a:t>mv statstics.txt statistics.txt</a:t>
            </a:r>
            <a:endParaRPr lang="nl-NL" sz="22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200" b="0" strike="noStrike" spc="-1" dirty="0">
                <a:solidFill>
                  <a:schemeClr val="dk2"/>
                </a:solidFill>
                <a:latin typeface="DIN Pro Medium"/>
              </a:rPr>
              <a:t>mv statstics.txt .</a:t>
            </a:r>
            <a:endParaRPr lang="nl-NL" sz="22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200" b="0" strike="noStrike" spc="-1" dirty="0">
                <a:solidFill>
                  <a:schemeClr val="dk2"/>
                </a:solidFill>
                <a:latin typeface="DIN Pro Medium"/>
              </a:rPr>
              <a:t>cp statstics.txt .</a:t>
            </a:r>
            <a:endParaRPr lang="nl-NL" sz="2200" b="0" strike="noStrike" spc="-1" dirty="0">
              <a:solidFill>
                <a:schemeClr val="dk2"/>
              </a:solidFill>
              <a:latin typeface="DIN Pro Medium"/>
            </a:endParaRPr>
          </a:p>
        </p:txBody>
      </p:sp>
      <p:sp>
        <p:nvSpPr>
          <p:cNvPr id="158" name="PlaceHolder 3"/>
          <p:cNvSpPr>
            <a:spLocks noGrp="1"/>
          </p:cNvSpPr>
          <p:nvPr>
            <p:ph type="sldNum" idx="28"/>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CEF39311-4666-413B-B369-D64F6EBAABAA}" type="slidenum">
              <a:rPr lang="nl-NL" sz="1050" b="0" strike="noStrike" spc="-1">
                <a:solidFill>
                  <a:srgbClr val="7F7F7F"/>
                </a:solidFill>
                <a:latin typeface="DINPro"/>
              </a:rPr>
              <a:t>9</a:t>
            </a:fld>
            <a:r>
              <a:rPr lang="nl-NL" sz="1050" b="0" strike="noStrike" spc="-1">
                <a:solidFill>
                  <a:srgbClr val="7F7F7F"/>
                </a:solidFill>
                <a:latin typeface="DINPro"/>
              </a:rPr>
              <a:t> </a:t>
            </a:r>
            <a:endParaRPr lang="en-US" sz="1050" b="0" strike="noStrike" spc="-1">
              <a:solidFill>
                <a:srgbClr val="000000"/>
              </a:solid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9" presetClass="emph" fill="hold" nodeType="clickEffect">
                                  <p:stCondLst>
                                    <p:cond delay="0"/>
                                  </p:stCondLst>
                                  <p:childTnLst>
                                    <p:animClr clrSpc="rgb" dir="cw">
                                      <p:cBhvr>
                                        <p:cTn id="6" dur="500" fill="hold"/>
                                        <p:tgtEl>
                                          <p:spTgt spid="157">
                                            <p:txEl>
                                              <p:pRg st="4" end="4"/>
                                            </p:txEl>
                                          </p:spTgt>
                                        </p:tgtEl>
                                        <p:attrNameLst>
                                          <p:attrName>style.color</p:attrName>
                                        </p:attrNameLst>
                                      </p:cBhvr>
                                      <p:to>
                                        <a:srgbClr val="4FAF48"/>
                                      </p:to>
                                    </p:animClr>
                                    <p:animClr clrSpc="rgb" dir="cw">
                                      <p:cBhvr>
                                        <p:cTn id="7" dur="500" fill="hold"/>
                                        <p:tgtEl>
                                          <p:spTgt spid="157">
                                            <p:txEl>
                                              <p:pRg st="4" end="4"/>
                                            </p:txEl>
                                          </p:spTgt>
                                        </p:tgtEl>
                                        <p:attrNameLst>
                                          <p:attrName>fillcolor</p:attrName>
                                        </p:attrNameLst>
                                      </p:cBhvr>
                                      <p:to>
                                        <a:srgbClr val="4FAF48"/>
                                      </p:to>
                                    </p:animClr>
                                    <p:set>
                                      <p:cBhvr>
                                        <p:cTn id="8" dur="500" fill="hold"/>
                                        <p:tgtEl>
                                          <p:spTgt spid="157">
                                            <p:txEl>
                                              <p:pRg st="4" end="4"/>
                                            </p:txEl>
                                          </p:spTgt>
                                        </p:tgtEl>
                                        <p:attrNameLst>
                                          <p:attrName>fill.type</p:attrName>
                                        </p:attrNameLst>
                                      </p:cBhvr>
                                      <p:to>
                                        <p:strVal val="solid"/>
                                      </p:to>
                                    </p:set>
                                    <p:set>
                                      <p:cBhvr>
                                        <p:cTn id="9" dur="500" fill="hold"/>
                                        <p:tgtEl>
                                          <p:spTgt spid="157">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450720" y="451080"/>
            <a:ext cx="434016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Moving and Copying</a:t>
            </a:r>
            <a:endParaRPr lang="nl-NL" sz="2500" b="0" strike="noStrike" spc="-1">
              <a:solidFill>
                <a:schemeClr val="dk1"/>
              </a:solidFill>
              <a:latin typeface="Calibri"/>
            </a:endParaRPr>
          </a:p>
        </p:txBody>
      </p:sp>
      <p:sp>
        <p:nvSpPr>
          <p:cNvPr id="160" name="PlaceHolder 2"/>
          <p:cNvSpPr>
            <a:spLocks noGrp="1"/>
          </p:cNvSpPr>
          <p:nvPr>
            <p:ph/>
          </p:nvPr>
        </p:nvSpPr>
        <p:spPr>
          <a:xfrm>
            <a:off x="1685880" y="1459080"/>
            <a:ext cx="778644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nl-NL" sz="2200" b="0" strike="noStrike" spc="-1" dirty="0" err="1">
                <a:solidFill>
                  <a:schemeClr val="dk2"/>
                </a:solidFill>
                <a:latin typeface="DIN Pro Medium"/>
              </a:rPr>
              <a:t>What</a:t>
            </a:r>
            <a:r>
              <a:rPr lang="nl-NL" sz="2200" b="0" strike="noStrike" spc="-1" dirty="0">
                <a:solidFill>
                  <a:schemeClr val="dk2"/>
                </a:solidFill>
                <a:latin typeface="DIN Pro Medium"/>
              </a:rPr>
              <a:t> is </a:t>
            </a:r>
            <a:r>
              <a:rPr lang="nl-NL" sz="2200" b="0" strike="noStrike" spc="-1" dirty="0" err="1">
                <a:solidFill>
                  <a:schemeClr val="dk2"/>
                </a:solidFill>
                <a:latin typeface="DIN Pro Medium"/>
              </a:rPr>
              <a:t>the</a:t>
            </a:r>
            <a:r>
              <a:rPr lang="nl-NL" sz="2200" b="0" strike="noStrike" spc="-1" dirty="0">
                <a:solidFill>
                  <a:schemeClr val="dk2"/>
                </a:solidFill>
                <a:latin typeface="DIN Pro Medium"/>
              </a:rPr>
              <a:t> output of </a:t>
            </a:r>
            <a:r>
              <a:rPr lang="nl-NL" sz="2200" b="0" strike="noStrike" spc="-1" dirty="0" err="1">
                <a:solidFill>
                  <a:schemeClr val="dk2"/>
                </a:solidFill>
                <a:latin typeface="DIN Pro Medium"/>
              </a:rPr>
              <a:t>the</a:t>
            </a:r>
            <a:r>
              <a:rPr lang="nl-NL" sz="2200" b="0" strike="noStrike" spc="-1" dirty="0">
                <a:solidFill>
                  <a:schemeClr val="dk2"/>
                </a:solidFill>
                <a:latin typeface="DIN Pro Medium"/>
              </a:rPr>
              <a:t> </a:t>
            </a:r>
            <a:r>
              <a:rPr lang="nl-NL" sz="2200" b="0" strike="noStrike" spc="-1" dirty="0" err="1">
                <a:solidFill>
                  <a:schemeClr val="dk2"/>
                </a:solidFill>
                <a:latin typeface="DIN Pro Medium"/>
              </a:rPr>
              <a:t>closing</a:t>
            </a:r>
            <a:r>
              <a:rPr lang="nl-NL" sz="2200" b="0" strike="noStrike" spc="-1" dirty="0">
                <a:solidFill>
                  <a:schemeClr val="dk2"/>
                </a:solidFill>
                <a:latin typeface="DIN Pro Medium"/>
              </a:rPr>
              <a:t> </a:t>
            </a:r>
            <a:r>
              <a:rPr lang="nl-NL" sz="2200" b="0" strike="noStrike" spc="-1" dirty="0" err="1">
                <a:solidFill>
                  <a:schemeClr val="dk2"/>
                </a:solidFill>
                <a:latin typeface="DIN Pro Medium"/>
              </a:rPr>
              <a:t>ls</a:t>
            </a:r>
            <a:r>
              <a:rPr lang="nl-NL" sz="2200" b="0" strike="noStrike" spc="-1" dirty="0">
                <a:solidFill>
                  <a:schemeClr val="dk2"/>
                </a:solidFill>
                <a:latin typeface="DIN Pro Medium"/>
              </a:rPr>
              <a:t> </a:t>
            </a:r>
            <a:r>
              <a:rPr lang="nl-NL" sz="2200" b="0" strike="noStrike" spc="-1" dirty="0" err="1">
                <a:solidFill>
                  <a:schemeClr val="dk2"/>
                </a:solidFill>
                <a:latin typeface="DIN Pro Medium"/>
              </a:rPr>
              <a:t>command</a:t>
            </a:r>
            <a:r>
              <a:rPr lang="nl-NL" sz="2200" b="0" strike="noStrike" spc="-1" dirty="0">
                <a:solidFill>
                  <a:schemeClr val="dk2"/>
                </a:solidFill>
                <a:latin typeface="DIN Pro Medium"/>
              </a:rPr>
              <a:t> in </a:t>
            </a:r>
            <a:r>
              <a:rPr lang="nl-NL" sz="2200" b="0" strike="noStrike" spc="-1" dirty="0" err="1">
                <a:solidFill>
                  <a:schemeClr val="dk2"/>
                </a:solidFill>
                <a:latin typeface="DIN Pro Medium"/>
              </a:rPr>
              <a:t>the</a:t>
            </a:r>
            <a:r>
              <a:rPr lang="nl-NL" sz="2200" b="0" strike="noStrike" spc="-1" dirty="0">
                <a:solidFill>
                  <a:schemeClr val="dk2"/>
                </a:solidFill>
                <a:latin typeface="DIN Pro Medium"/>
              </a:rPr>
              <a:t> </a:t>
            </a:r>
            <a:r>
              <a:rPr lang="nl-NL" sz="2200" b="0" strike="noStrike" spc="-1" dirty="0" err="1">
                <a:solidFill>
                  <a:schemeClr val="dk2"/>
                </a:solidFill>
                <a:latin typeface="DIN Pro Medium"/>
              </a:rPr>
              <a:t>sequence</a:t>
            </a:r>
            <a:r>
              <a:rPr lang="nl-NL" sz="2200" b="0" strike="noStrike" spc="-1" dirty="0">
                <a:solidFill>
                  <a:schemeClr val="dk2"/>
                </a:solidFill>
                <a:latin typeface="DIN Pro Medium"/>
              </a:rPr>
              <a:t> </a:t>
            </a:r>
            <a:r>
              <a:rPr lang="nl-NL" sz="2200" b="0" strike="noStrike" spc="-1" dirty="0" err="1">
                <a:solidFill>
                  <a:schemeClr val="dk2"/>
                </a:solidFill>
                <a:latin typeface="DIN Pro Medium"/>
              </a:rPr>
              <a:t>shown</a:t>
            </a:r>
            <a:r>
              <a:rPr lang="nl-NL" sz="2200" b="0" strike="noStrike" spc="-1" dirty="0">
                <a:solidFill>
                  <a:schemeClr val="dk2"/>
                </a:solidFill>
                <a:latin typeface="DIN Pro Medium"/>
              </a:rPr>
              <a:t> below?</a:t>
            </a:r>
          </a:p>
          <a:p>
            <a:pPr indent="0" defTabSz="685800">
              <a:lnSpc>
                <a:spcPct val="110000"/>
              </a:lnSpc>
              <a:buNone/>
              <a:tabLst>
                <a:tab pos="0" algn="l"/>
              </a:tabLst>
            </a:pPr>
            <a:r>
              <a:rPr lang="nl-NL" sz="1800" b="0" strike="noStrike" spc="-1" dirty="0">
                <a:solidFill>
                  <a:schemeClr val="dk2"/>
                </a:solidFill>
                <a:latin typeface="DIN Pro Medium"/>
              </a:rPr>
              <a:t>$ </a:t>
            </a:r>
            <a:r>
              <a:rPr lang="nl-NL" sz="1800" b="0" strike="noStrike" spc="-1" dirty="0" err="1">
                <a:solidFill>
                  <a:schemeClr val="dk2"/>
                </a:solidFill>
                <a:latin typeface="DIN Pro Medium"/>
              </a:rPr>
              <a:t>pwd</a:t>
            </a:r>
            <a:endParaRPr lang="nl-NL" sz="1800" b="0" strike="noStrike" spc="-1" dirty="0">
              <a:solidFill>
                <a:schemeClr val="dk2"/>
              </a:solidFill>
              <a:latin typeface="DIN Pro Medium"/>
            </a:endParaRPr>
          </a:p>
          <a:p>
            <a:pPr indent="0" defTabSz="685800">
              <a:lnSpc>
                <a:spcPct val="110000"/>
              </a:lnSpc>
              <a:buNone/>
              <a:tabLst>
                <a:tab pos="0" algn="l"/>
              </a:tabLst>
            </a:pPr>
            <a:r>
              <a:rPr lang="nl-NL" sz="1800" b="0" strike="noStrike" spc="-1" dirty="0">
                <a:solidFill>
                  <a:schemeClr val="dk2"/>
                </a:solidFill>
                <a:latin typeface="DIN Pro Medium"/>
              </a:rPr>
              <a:t>/Users/</a:t>
            </a:r>
            <a:r>
              <a:rPr lang="nl-NL" sz="1800" b="0" strike="noStrike" spc="-1" dirty="0" err="1">
                <a:solidFill>
                  <a:schemeClr val="dk2"/>
                </a:solidFill>
                <a:latin typeface="DIN Pro Medium"/>
              </a:rPr>
              <a:t>jamie</a:t>
            </a:r>
            <a:r>
              <a:rPr lang="nl-NL" sz="1800" b="0" strike="noStrike" spc="-1" dirty="0">
                <a:solidFill>
                  <a:schemeClr val="dk2"/>
                </a:solidFill>
                <a:latin typeface="DIN Pro Medium"/>
              </a:rPr>
              <a:t>/data</a:t>
            </a:r>
          </a:p>
          <a:p>
            <a:pPr indent="0" defTabSz="685800">
              <a:lnSpc>
                <a:spcPct val="110000"/>
              </a:lnSpc>
              <a:buNone/>
              <a:tabLst>
                <a:tab pos="0" algn="l"/>
              </a:tabLst>
            </a:pPr>
            <a:endParaRPr lang="nl-NL" sz="1800" b="0" strike="noStrike" spc="-1" dirty="0">
              <a:solidFill>
                <a:schemeClr val="dk2"/>
              </a:solidFill>
              <a:latin typeface="DIN Pro Medium"/>
            </a:endParaRPr>
          </a:p>
          <a:p>
            <a:pPr indent="0" defTabSz="685800">
              <a:lnSpc>
                <a:spcPct val="110000"/>
              </a:lnSpc>
              <a:buNone/>
              <a:tabLst>
                <a:tab pos="0" algn="l"/>
              </a:tabLst>
            </a:pPr>
            <a:r>
              <a:rPr lang="nl-NL" sz="1800" b="0" strike="noStrike" spc="-1" dirty="0">
                <a:solidFill>
                  <a:schemeClr val="dk2"/>
                </a:solidFill>
                <a:latin typeface="DIN Pro Medium"/>
              </a:rPr>
              <a:t>$ </a:t>
            </a:r>
            <a:r>
              <a:rPr lang="nl-NL" sz="1800" b="0" strike="noStrike" spc="-1" dirty="0" err="1">
                <a:solidFill>
                  <a:schemeClr val="dk2"/>
                </a:solidFill>
                <a:latin typeface="DIN Pro Medium"/>
              </a:rPr>
              <a:t>ls</a:t>
            </a:r>
            <a:endParaRPr lang="nl-NL" sz="1800" b="0" strike="noStrike" spc="-1" dirty="0">
              <a:solidFill>
                <a:schemeClr val="dk2"/>
              </a:solidFill>
              <a:latin typeface="DIN Pro Medium"/>
            </a:endParaRPr>
          </a:p>
          <a:p>
            <a:pPr indent="0" defTabSz="685800">
              <a:lnSpc>
                <a:spcPct val="110000"/>
              </a:lnSpc>
              <a:buNone/>
              <a:tabLst>
                <a:tab pos="0" algn="l"/>
              </a:tabLst>
            </a:pPr>
            <a:r>
              <a:rPr lang="nl-NL" sz="1800" b="0" strike="noStrike" spc="-1" dirty="0" err="1">
                <a:solidFill>
                  <a:schemeClr val="dk2"/>
                </a:solidFill>
                <a:latin typeface="DIN Pro Medium"/>
              </a:rPr>
              <a:t>proteins.dat</a:t>
            </a:r>
            <a:endParaRPr lang="nl-NL" sz="1800" b="0" strike="noStrike" spc="-1" dirty="0">
              <a:solidFill>
                <a:schemeClr val="dk2"/>
              </a:solidFill>
              <a:latin typeface="DIN Pro Medium"/>
            </a:endParaRPr>
          </a:p>
          <a:p>
            <a:pPr indent="0" defTabSz="685800">
              <a:lnSpc>
                <a:spcPct val="110000"/>
              </a:lnSpc>
              <a:buNone/>
              <a:tabLst>
                <a:tab pos="0" algn="l"/>
              </a:tabLst>
            </a:pPr>
            <a:endParaRPr lang="nl-NL" sz="1800" b="0" strike="noStrike" spc="-1" dirty="0">
              <a:solidFill>
                <a:schemeClr val="dk2"/>
              </a:solidFill>
              <a:latin typeface="DIN Pro Medium"/>
            </a:endParaRPr>
          </a:p>
          <a:p>
            <a:pPr indent="0" defTabSz="685800">
              <a:lnSpc>
                <a:spcPct val="110000"/>
              </a:lnSpc>
              <a:buNone/>
              <a:tabLst>
                <a:tab pos="0" algn="l"/>
              </a:tabLst>
            </a:pPr>
            <a:r>
              <a:rPr lang="nl-NL" sz="1800" b="0" strike="noStrike" spc="-1" dirty="0">
                <a:solidFill>
                  <a:schemeClr val="dk2"/>
                </a:solidFill>
                <a:latin typeface="DIN Pro Medium"/>
              </a:rPr>
              <a:t>$ </a:t>
            </a:r>
            <a:r>
              <a:rPr lang="nl-NL" sz="1800" b="0" strike="noStrike" spc="-1" dirty="0" err="1">
                <a:solidFill>
                  <a:schemeClr val="dk2"/>
                </a:solidFill>
                <a:latin typeface="DIN Pro Medium"/>
              </a:rPr>
              <a:t>mkdir</a:t>
            </a:r>
            <a:r>
              <a:rPr lang="nl-NL" sz="1800" b="0" strike="noStrike" spc="-1" dirty="0">
                <a:solidFill>
                  <a:schemeClr val="dk2"/>
                </a:solidFill>
                <a:latin typeface="DIN Pro Medium"/>
              </a:rPr>
              <a:t> </a:t>
            </a:r>
            <a:r>
              <a:rPr lang="nl-NL" sz="1800" b="0" strike="noStrike" spc="-1" dirty="0" err="1">
                <a:solidFill>
                  <a:schemeClr val="dk2"/>
                </a:solidFill>
                <a:latin typeface="DIN Pro Medium"/>
              </a:rPr>
              <a:t>recombined</a:t>
            </a:r>
            <a:endParaRPr lang="nl-NL" sz="1800" b="0" strike="noStrike" spc="-1" dirty="0">
              <a:solidFill>
                <a:schemeClr val="dk2"/>
              </a:solidFill>
              <a:latin typeface="DIN Pro Medium"/>
            </a:endParaRPr>
          </a:p>
          <a:p>
            <a:pPr indent="0" defTabSz="685800">
              <a:lnSpc>
                <a:spcPct val="110000"/>
              </a:lnSpc>
              <a:buNone/>
              <a:tabLst>
                <a:tab pos="0" algn="l"/>
              </a:tabLst>
            </a:pPr>
            <a:r>
              <a:rPr lang="nl-NL" sz="1800" b="0" strike="noStrike" spc="-1" dirty="0">
                <a:solidFill>
                  <a:schemeClr val="dk2"/>
                </a:solidFill>
                <a:latin typeface="DIN Pro Medium"/>
              </a:rPr>
              <a:t>$ mv </a:t>
            </a:r>
            <a:r>
              <a:rPr lang="nl-NL" sz="1800" b="0" strike="noStrike" spc="-1" dirty="0" err="1">
                <a:solidFill>
                  <a:schemeClr val="dk2"/>
                </a:solidFill>
                <a:latin typeface="DIN Pro Medium"/>
              </a:rPr>
              <a:t>proteins.dat</a:t>
            </a:r>
            <a:r>
              <a:rPr lang="nl-NL" sz="1800" b="0" strike="noStrike" spc="-1" dirty="0">
                <a:solidFill>
                  <a:schemeClr val="dk2"/>
                </a:solidFill>
                <a:latin typeface="DIN Pro Medium"/>
              </a:rPr>
              <a:t> </a:t>
            </a:r>
            <a:r>
              <a:rPr lang="nl-NL" sz="1800" b="0" strike="noStrike" spc="-1" dirty="0" err="1">
                <a:solidFill>
                  <a:schemeClr val="dk2"/>
                </a:solidFill>
                <a:latin typeface="DIN Pro Medium"/>
              </a:rPr>
              <a:t>recombined</a:t>
            </a:r>
            <a:r>
              <a:rPr lang="nl-NL" sz="1800" b="0" strike="noStrike" spc="-1" dirty="0">
                <a:solidFill>
                  <a:schemeClr val="dk2"/>
                </a:solidFill>
                <a:latin typeface="DIN Pro Medium"/>
              </a:rPr>
              <a:t>/</a:t>
            </a:r>
          </a:p>
          <a:p>
            <a:pPr indent="0" defTabSz="685800">
              <a:lnSpc>
                <a:spcPct val="110000"/>
              </a:lnSpc>
              <a:buNone/>
              <a:tabLst>
                <a:tab pos="0" algn="l"/>
              </a:tabLst>
            </a:pPr>
            <a:r>
              <a:rPr lang="nl-NL" sz="1800" b="0" strike="noStrike" spc="-1" dirty="0">
                <a:solidFill>
                  <a:schemeClr val="dk2"/>
                </a:solidFill>
                <a:latin typeface="DIN Pro Medium"/>
              </a:rPr>
              <a:t>$ </a:t>
            </a:r>
            <a:r>
              <a:rPr lang="nl-NL" sz="1800" b="0" strike="noStrike" spc="-1" dirty="0" err="1">
                <a:solidFill>
                  <a:schemeClr val="dk2"/>
                </a:solidFill>
                <a:latin typeface="DIN Pro Medium"/>
              </a:rPr>
              <a:t>cp</a:t>
            </a:r>
            <a:r>
              <a:rPr lang="nl-NL" sz="1800" b="0" strike="noStrike" spc="-1" dirty="0">
                <a:solidFill>
                  <a:schemeClr val="dk2"/>
                </a:solidFill>
                <a:latin typeface="DIN Pro Medium"/>
              </a:rPr>
              <a:t> </a:t>
            </a:r>
            <a:r>
              <a:rPr lang="nl-NL" sz="1800" b="0" strike="noStrike" spc="-1" dirty="0" err="1">
                <a:solidFill>
                  <a:schemeClr val="dk2"/>
                </a:solidFill>
                <a:latin typeface="DIN Pro Medium"/>
              </a:rPr>
              <a:t>recombined</a:t>
            </a:r>
            <a:r>
              <a:rPr lang="nl-NL" sz="1800" b="0" strike="noStrike" spc="-1" dirty="0">
                <a:solidFill>
                  <a:schemeClr val="dk2"/>
                </a:solidFill>
                <a:latin typeface="DIN Pro Medium"/>
              </a:rPr>
              <a:t>/</a:t>
            </a:r>
            <a:r>
              <a:rPr lang="nl-NL" sz="1800" b="0" strike="noStrike" spc="-1" dirty="0" err="1">
                <a:solidFill>
                  <a:schemeClr val="dk2"/>
                </a:solidFill>
                <a:latin typeface="DIN Pro Medium"/>
              </a:rPr>
              <a:t>proteins.dat</a:t>
            </a:r>
            <a:r>
              <a:rPr lang="nl-NL" sz="1800" b="0" strike="noStrike" spc="-1" dirty="0">
                <a:solidFill>
                  <a:schemeClr val="dk2"/>
                </a:solidFill>
                <a:latin typeface="DIN Pro Medium"/>
              </a:rPr>
              <a:t> ../proteins-</a:t>
            </a:r>
            <a:r>
              <a:rPr lang="nl-NL" sz="1800" b="0" strike="noStrike" spc="-1" dirty="0" err="1">
                <a:solidFill>
                  <a:schemeClr val="dk2"/>
                </a:solidFill>
                <a:latin typeface="DIN Pro Medium"/>
              </a:rPr>
              <a:t>saved.dat</a:t>
            </a:r>
            <a:endParaRPr lang="nl-NL" sz="1800" b="0" strike="noStrike" spc="-1" dirty="0">
              <a:solidFill>
                <a:schemeClr val="dk2"/>
              </a:solidFill>
              <a:latin typeface="DIN Pro Medium"/>
            </a:endParaRPr>
          </a:p>
          <a:p>
            <a:pPr indent="0" defTabSz="685800">
              <a:lnSpc>
                <a:spcPct val="110000"/>
              </a:lnSpc>
              <a:buNone/>
              <a:tabLst>
                <a:tab pos="0" algn="l"/>
              </a:tabLst>
            </a:pPr>
            <a:r>
              <a:rPr lang="nl-NL" sz="1800" b="0" strike="noStrike" spc="-1" dirty="0">
                <a:solidFill>
                  <a:schemeClr val="dk2"/>
                </a:solidFill>
                <a:latin typeface="DIN Pro Medium"/>
              </a:rPr>
              <a:t>$ </a:t>
            </a:r>
            <a:r>
              <a:rPr lang="nl-NL" sz="1800" b="0" strike="noStrike" spc="-1" dirty="0" err="1">
                <a:solidFill>
                  <a:schemeClr val="dk2"/>
                </a:solidFill>
                <a:latin typeface="DIN Pro Medium"/>
              </a:rPr>
              <a:t>ls</a:t>
            </a:r>
            <a:endParaRPr lang="nl-NL" sz="1600" b="0" strike="noStrike" spc="-1" dirty="0">
              <a:solidFill>
                <a:schemeClr val="dk2"/>
              </a:solidFill>
              <a:latin typeface="DIN Pro Medium"/>
            </a:endParaRPr>
          </a:p>
        </p:txBody>
      </p:sp>
      <p:sp>
        <p:nvSpPr>
          <p:cNvPr id="161" name="PlaceHolder 3"/>
          <p:cNvSpPr>
            <a:spLocks noGrp="1"/>
          </p:cNvSpPr>
          <p:nvPr>
            <p:ph type="sldNum" idx="29"/>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AA9CEA72-0B97-4BD6-9830-454934FC2772}" type="slidenum">
              <a:rPr lang="nl-NL" sz="1050" b="0" strike="noStrike" spc="-1">
                <a:solidFill>
                  <a:srgbClr val="7F7F7F"/>
                </a:solidFill>
                <a:latin typeface="DINPro"/>
              </a:rPr>
              <a:t>10</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162" name="Tekstvak 7"/>
          <p:cNvSpPr/>
          <p:nvPr/>
        </p:nvSpPr>
        <p:spPr>
          <a:xfrm>
            <a:off x="8196228" y="2712255"/>
            <a:ext cx="3713400" cy="2595960"/>
          </a:xfrm>
          <a:prstGeom prst="rect">
            <a:avLst/>
          </a:prstGeom>
          <a:noFill/>
          <a:ln w="0">
            <a:noFill/>
          </a:ln>
          <a:effectLst>
            <a:outerShdw blurRad="254160" dist="126770" dir="2700000" algn="ctr" rotWithShape="0">
              <a:schemeClr val="tx1">
                <a:alpha val="5000"/>
              </a:schemeClr>
            </a:outerShdw>
          </a:effectLst>
        </p:spPr>
        <p:style>
          <a:lnRef idx="0">
            <a:scrgbClr r="0" g="0" b="0"/>
          </a:lnRef>
          <a:fillRef idx="0">
            <a:scrgbClr r="0" g="0" b="0"/>
          </a:fillRef>
          <a:effectRef idx="0">
            <a:scrgbClr r="0" g="0" b="0"/>
          </a:effectRef>
          <a:fontRef idx="minor"/>
        </p:style>
        <p:txBody>
          <a:bodyPr wrap="none" lIns="0" tIns="360000" rIns="360000" bIns="360000" anchor="t">
            <a:noAutofit/>
          </a:bodyPr>
          <a:lstStyle/>
          <a:p>
            <a:pPr defTabSz="914400">
              <a:lnSpc>
                <a:spcPct val="100000"/>
              </a:lnSpc>
            </a:pPr>
            <a:r>
              <a:rPr lang="nl-NL" sz="2200" b="0" strike="noStrike" spc="-1" dirty="0" err="1">
                <a:solidFill>
                  <a:schemeClr val="lt1"/>
                </a:solidFill>
                <a:latin typeface="DIN Pro Medium"/>
              </a:rPr>
              <a:t>Answers</a:t>
            </a:r>
            <a:r>
              <a:rPr lang="nl-NL" sz="2200" b="0" strike="noStrike" spc="-1" dirty="0">
                <a:solidFill>
                  <a:schemeClr val="lt1"/>
                </a:solidFill>
                <a:latin typeface="DIN Pro Medium"/>
              </a:rPr>
              <a:t>:</a:t>
            </a:r>
            <a:endParaRPr lang="en-US" sz="2200" b="0" strike="noStrike" spc="-1" dirty="0">
              <a:solidFill>
                <a:srgbClr val="000000"/>
              </a:solidFill>
              <a:latin typeface="Calibri"/>
            </a:endParaRPr>
          </a:p>
          <a:p>
            <a:pPr marL="228600" indent="-228600" defTabSz="914400">
              <a:lnSpc>
                <a:spcPct val="100000"/>
              </a:lnSpc>
              <a:buClr>
                <a:srgbClr val="0089CF"/>
              </a:buClr>
              <a:buFont typeface="OpenSymbol"/>
              <a:buAutoNum type="arabicPeriod"/>
            </a:pPr>
            <a:r>
              <a:rPr lang="nl-NL" sz="2200" b="0" strike="noStrike" spc="-1" dirty="0">
                <a:solidFill>
                  <a:schemeClr val="lt1"/>
                </a:solidFill>
                <a:latin typeface="DIN Pro Medium"/>
              </a:rPr>
              <a:t>proteins-</a:t>
            </a:r>
            <a:r>
              <a:rPr lang="nl-NL" sz="2200" b="0" strike="noStrike" spc="-1" dirty="0" err="1">
                <a:solidFill>
                  <a:schemeClr val="lt1"/>
                </a:solidFill>
                <a:latin typeface="DIN Pro Medium"/>
              </a:rPr>
              <a:t>saved.dat</a:t>
            </a:r>
            <a:r>
              <a:rPr lang="nl-NL" sz="2200" b="0" strike="noStrike" spc="-1" dirty="0">
                <a:solidFill>
                  <a:schemeClr val="lt1"/>
                </a:solidFill>
                <a:latin typeface="DIN Pro Medium"/>
              </a:rPr>
              <a:t> </a:t>
            </a:r>
            <a:r>
              <a:rPr lang="nl-NL" sz="2200" b="0" strike="noStrike" spc="-1" dirty="0" err="1">
                <a:solidFill>
                  <a:schemeClr val="lt1"/>
                </a:solidFill>
                <a:latin typeface="DIN Pro Medium"/>
              </a:rPr>
              <a:t>recombined</a:t>
            </a:r>
            <a:endParaRPr lang="en-US" sz="2200" b="0" strike="noStrike" spc="-1" dirty="0">
              <a:solidFill>
                <a:srgbClr val="000000"/>
              </a:solidFill>
              <a:latin typeface="Calibri"/>
            </a:endParaRPr>
          </a:p>
          <a:p>
            <a:pPr marL="228600" indent="-228600" defTabSz="914400">
              <a:lnSpc>
                <a:spcPct val="100000"/>
              </a:lnSpc>
              <a:buClr>
                <a:srgbClr val="0089CF"/>
              </a:buClr>
              <a:buFont typeface="OpenSymbol"/>
              <a:buAutoNum type="arabicPeriod"/>
            </a:pPr>
            <a:r>
              <a:rPr lang="nl-NL" sz="2200" b="0" strike="noStrike" spc="-1" dirty="0" err="1">
                <a:solidFill>
                  <a:schemeClr val="lt1"/>
                </a:solidFill>
                <a:latin typeface="DIN Pro Medium"/>
              </a:rPr>
              <a:t>recombined</a:t>
            </a:r>
            <a:endParaRPr lang="en-US" sz="2200" b="0" strike="noStrike" spc="-1" dirty="0">
              <a:solidFill>
                <a:srgbClr val="000000"/>
              </a:solidFill>
              <a:latin typeface="Calibri"/>
            </a:endParaRPr>
          </a:p>
          <a:p>
            <a:pPr marL="228600" indent="-228600" defTabSz="914400">
              <a:lnSpc>
                <a:spcPct val="100000"/>
              </a:lnSpc>
              <a:buClr>
                <a:srgbClr val="0089CF"/>
              </a:buClr>
              <a:buFont typeface="OpenSymbol"/>
              <a:buAutoNum type="arabicPeriod"/>
            </a:pPr>
            <a:r>
              <a:rPr lang="nl-NL" sz="2200" b="0" strike="noStrike" spc="-1" dirty="0" err="1">
                <a:solidFill>
                  <a:schemeClr val="lt1"/>
                </a:solidFill>
                <a:latin typeface="DIN Pro Medium"/>
              </a:rPr>
              <a:t>proteins.dat</a:t>
            </a:r>
            <a:r>
              <a:rPr lang="nl-NL" sz="2200" b="0" strike="noStrike" spc="-1" dirty="0">
                <a:solidFill>
                  <a:schemeClr val="lt1"/>
                </a:solidFill>
                <a:latin typeface="DIN Pro Medium"/>
              </a:rPr>
              <a:t> </a:t>
            </a:r>
            <a:r>
              <a:rPr lang="nl-NL" sz="2200" b="0" strike="noStrike" spc="-1" dirty="0" err="1">
                <a:solidFill>
                  <a:schemeClr val="lt1"/>
                </a:solidFill>
                <a:latin typeface="DIN Pro Medium"/>
              </a:rPr>
              <a:t>recombined</a:t>
            </a:r>
            <a:endParaRPr lang="en-US" sz="2200" b="0" strike="noStrike" spc="-1" dirty="0">
              <a:solidFill>
                <a:srgbClr val="000000"/>
              </a:solidFill>
              <a:latin typeface="Calibri"/>
            </a:endParaRPr>
          </a:p>
          <a:p>
            <a:pPr marL="228600" indent="-228600" defTabSz="914400">
              <a:lnSpc>
                <a:spcPct val="100000"/>
              </a:lnSpc>
              <a:buClr>
                <a:srgbClr val="0089CF"/>
              </a:buClr>
              <a:buFont typeface="OpenSymbol"/>
              <a:buAutoNum type="arabicPeriod"/>
            </a:pPr>
            <a:r>
              <a:rPr lang="nl-NL" sz="2200" b="0" strike="noStrike" spc="-1" dirty="0">
                <a:solidFill>
                  <a:schemeClr val="lt1"/>
                </a:solidFill>
                <a:latin typeface="DIN Pro Medium"/>
              </a:rPr>
              <a:t>proteins-</a:t>
            </a:r>
            <a:r>
              <a:rPr lang="nl-NL" sz="2200" b="0" strike="noStrike" spc="-1" dirty="0" err="1">
                <a:solidFill>
                  <a:schemeClr val="lt1"/>
                </a:solidFill>
                <a:latin typeface="DIN Pro Medium"/>
              </a:rPr>
              <a:t>saved.dat</a:t>
            </a:r>
            <a:endParaRPr lang="en-US" sz="2200" b="0" strike="noStrike" spc="-1" dirty="0">
              <a:solidFill>
                <a:srgbClr val="000000"/>
              </a:solid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p:cTn id="6" dur="2000" fill="hold"/>
                                        <p:tgtEl>
                                          <p:spTgt spid="162">
                                            <p:txEl>
                                              <p:pRg st="2" end="2"/>
                                            </p:txEl>
                                          </p:spTgt>
                                        </p:tgtEl>
                                        <p:attrNameLst>
                                          <p:attrName>style.color</p:attrName>
                                        </p:attrNameLst>
                                      </p:cBhvr>
                                      <p:to>
                                        <a:srgbClr val="4FAF48"/>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450720" y="451080"/>
            <a:ext cx="291600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wildcards</a:t>
            </a:r>
            <a:endParaRPr lang="nl-NL" sz="2500" b="0" strike="noStrike" spc="-1">
              <a:solidFill>
                <a:schemeClr val="dk1"/>
              </a:solidFill>
              <a:latin typeface="Calibri"/>
            </a:endParaRPr>
          </a:p>
        </p:txBody>
      </p:sp>
      <p:sp>
        <p:nvSpPr>
          <p:cNvPr id="164" name="PlaceHolder 2"/>
          <p:cNvSpPr>
            <a:spLocks noGrp="1"/>
          </p:cNvSpPr>
          <p:nvPr>
            <p:ph/>
          </p:nvPr>
        </p:nvSpPr>
        <p:spPr>
          <a:xfrm>
            <a:off x="1685880" y="1685880"/>
            <a:ext cx="1025712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nl-NL" sz="2400" b="0" strike="noStrike" spc="-1">
                <a:solidFill>
                  <a:schemeClr val="dk2"/>
                </a:solidFill>
                <a:latin typeface="DIN Pro Medium"/>
              </a:rPr>
              <a:t>When run in the alkanes directory, which ls command(s) will produce this output?</a:t>
            </a:r>
          </a:p>
          <a:p>
            <a:pPr indent="0" defTabSz="685800">
              <a:lnSpc>
                <a:spcPct val="110000"/>
              </a:lnSpc>
              <a:buNone/>
              <a:tabLst>
                <a:tab pos="0" algn="l"/>
              </a:tabLst>
            </a:pPr>
            <a:endParaRPr lang="nl-NL" sz="2400" b="0" strike="noStrike" spc="-1">
              <a:solidFill>
                <a:schemeClr val="dk2"/>
              </a:solidFill>
              <a:latin typeface="DIN Pro Medium"/>
            </a:endParaRPr>
          </a:p>
          <a:p>
            <a:pPr indent="0" defTabSz="685800">
              <a:lnSpc>
                <a:spcPct val="110000"/>
              </a:lnSpc>
              <a:buNone/>
              <a:tabLst>
                <a:tab pos="0" algn="l"/>
              </a:tabLst>
            </a:pPr>
            <a:r>
              <a:rPr lang="nl-NL" sz="2400" b="0" strike="noStrike" spc="-1">
                <a:solidFill>
                  <a:schemeClr val="dk2"/>
                </a:solidFill>
                <a:latin typeface="DIN Pro Medium"/>
              </a:rPr>
              <a:t>ethane.pdb methane.pdb</a:t>
            </a:r>
          </a:p>
          <a:p>
            <a:pPr indent="0" defTabSz="685800">
              <a:lnSpc>
                <a:spcPct val="110000"/>
              </a:lnSpc>
              <a:buNone/>
              <a:tabLst>
                <a:tab pos="0" algn="l"/>
              </a:tabLst>
            </a:pPr>
            <a:endParaRPr lang="nl-NL" sz="2400" b="0" strike="noStrike" spc="-1">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nl-NL" sz="2400" b="0" strike="noStrike" spc="-1">
                <a:solidFill>
                  <a:schemeClr val="dk2"/>
                </a:solidFill>
                <a:latin typeface="DIN Pro Medium"/>
              </a:rPr>
              <a:t>ls *t*ane.pdb</a:t>
            </a:r>
          </a:p>
          <a:p>
            <a:pPr marL="457200" indent="-457200" defTabSz="685800">
              <a:lnSpc>
                <a:spcPct val="110000"/>
              </a:lnSpc>
              <a:buClr>
                <a:srgbClr val="0089CF"/>
              </a:buClr>
              <a:buFont typeface="Arial"/>
              <a:buAutoNum type="arabicPeriod"/>
              <a:tabLst>
                <a:tab pos="0" algn="l"/>
              </a:tabLst>
            </a:pPr>
            <a:r>
              <a:rPr lang="nl-NL" sz="2400" b="0" strike="noStrike" spc="-1">
                <a:solidFill>
                  <a:schemeClr val="dk2"/>
                </a:solidFill>
                <a:latin typeface="DIN Pro Medium"/>
              </a:rPr>
              <a:t>ls *t?ne.*</a:t>
            </a:r>
          </a:p>
          <a:p>
            <a:pPr marL="457200" indent="-457200" defTabSz="685800">
              <a:lnSpc>
                <a:spcPct val="110000"/>
              </a:lnSpc>
              <a:buClr>
                <a:srgbClr val="0089CF"/>
              </a:buClr>
              <a:buFont typeface="Arial"/>
              <a:buAutoNum type="arabicPeriod"/>
              <a:tabLst>
                <a:tab pos="0" algn="l"/>
              </a:tabLst>
            </a:pPr>
            <a:r>
              <a:rPr lang="nl-NL" sz="2400" b="0" strike="noStrike" spc="-1">
                <a:solidFill>
                  <a:schemeClr val="dk2"/>
                </a:solidFill>
                <a:latin typeface="DIN Pro Medium"/>
              </a:rPr>
              <a:t>ls *t??ne.pdb</a:t>
            </a:r>
          </a:p>
          <a:p>
            <a:pPr marL="457200" indent="-457200" defTabSz="685800">
              <a:lnSpc>
                <a:spcPct val="110000"/>
              </a:lnSpc>
              <a:buClr>
                <a:srgbClr val="0089CF"/>
              </a:buClr>
              <a:buFont typeface="Arial"/>
              <a:buAutoNum type="arabicPeriod"/>
              <a:tabLst>
                <a:tab pos="0" algn="l"/>
              </a:tabLst>
            </a:pPr>
            <a:r>
              <a:rPr lang="nl-NL" sz="2400" b="0" strike="noStrike" spc="-1">
                <a:solidFill>
                  <a:schemeClr val="dk2"/>
                </a:solidFill>
                <a:latin typeface="DIN Pro Medium"/>
              </a:rPr>
              <a:t>ls ethane.*</a:t>
            </a:r>
          </a:p>
        </p:txBody>
      </p:sp>
      <p:sp>
        <p:nvSpPr>
          <p:cNvPr id="165" name="PlaceHolder 3"/>
          <p:cNvSpPr>
            <a:spLocks noGrp="1"/>
          </p:cNvSpPr>
          <p:nvPr>
            <p:ph type="sldNum" idx="30"/>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108C439C-705F-410A-B54C-9D50F8CB2E35}" type="slidenum">
              <a:rPr lang="nl-NL" sz="1050" b="0" strike="noStrike" spc="-1">
                <a:solidFill>
                  <a:srgbClr val="7F7F7F"/>
                </a:solidFill>
                <a:latin typeface="DINPro"/>
              </a:rPr>
              <a:t>11</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5" name="PlaceHolder 4"/>
          <p:cNvSpPr>
            <a:spLocks noGrp="1"/>
          </p:cNvSpPr>
          <p:nvPr>
            <p:ph type="ftr" idx="5"/>
          </p:nvPr>
        </p:nvSpPr>
        <p:spPr/>
        <p:txBody>
          <a:bodyPr/>
          <a:lstStyle/>
          <a:p>
            <a:r>
              <a:t>University Library</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9" presetClass="emph" fill="hold" nodeType="clickEffect">
                                  <p:stCondLst>
                                    <p:cond delay="0"/>
                                  </p:stCondLst>
                                  <p:childTnLst>
                                    <p:animClr clrSpc="rgb" dir="cw">
                                      <p:cBhvr>
                                        <p:cTn id="6" dur="500" fill="hold"/>
                                        <p:tgtEl>
                                          <p:spTgt spid="164">
                                            <p:txEl>
                                              <p:pRg st="6" end="6"/>
                                            </p:txEl>
                                          </p:spTgt>
                                        </p:tgtEl>
                                        <p:attrNameLst>
                                          <p:attrName>style.color</p:attrName>
                                        </p:attrNameLst>
                                      </p:cBhvr>
                                      <p:to>
                                        <a:srgbClr val="4FAF48"/>
                                      </p:to>
                                    </p:animClr>
                                    <p:animClr clrSpc="rgb" dir="cw">
                                      <p:cBhvr>
                                        <p:cTn id="7" dur="500" fill="hold"/>
                                        <p:tgtEl>
                                          <p:spTgt spid="164">
                                            <p:txEl>
                                              <p:pRg st="6" end="6"/>
                                            </p:txEl>
                                          </p:spTgt>
                                        </p:tgtEl>
                                        <p:attrNameLst>
                                          <p:attrName>fillcolor</p:attrName>
                                        </p:attrNameLst>
                                      </p:cBhvr>
                                      <p:to>
                                        <a:srgbClr val="4FAF48"/>
                                      </p:to>
                                    </p:animClr>
                                    <p:set>
                                      <p:cBhvr>
                                        <p:cTn id="8" dur="500" fill="hold"/>
                                        <p:tgtEl>
                                          <p:spTgt spid="164">
                                            <p:txEl>
                                              <p:pRg st="6" end="6"/>
                                            </p:txEl>
                                          </p:spTgt>
                                        </p:tgtEl>
                                        <p:attrNameLst>
                                          <p:attrName>fill.type</p:attrName>
                                        </p:attrNameLst>
                                      </p:cBhvr>
                                      <p:to>
                                        <p:strVal val="solid"/>
                                      </p:to>
                                    </p:set>
                                    <p:set>
                                      <p:cBhvr>
                                        <p:cTn id="9" dur="500" fill="hold"/>
                                        <p:tgtEl>
                                          <p:spTgt spid="164">
                                            <p:txEl>
                                              <p:pRg st="6" end="6"/>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450720" y="451080"/>
            <a:ext cx="568800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Organising directories and files</a:t>
            </a:r>
            <a:endParaRPr lang="nl-NL" sz="2500" b="0" strike="noStrike" spc="-1">
              <a:solidFill>
                <a:schemeClr val="dk1"/>
              </a:solidFill>
              <a:latin typeface="Calibri"/>
            </a:endParaRPr>
          </a:p>
        </p:txBody>
      </p:sp>
      <p:sp>
        <p:nvSpPr>
          <p:cNvPr id="167" name="PlaceHolder 2"/>
          <p:cNvSpPr>
            <a:spLocks noGrp="1"/>
          </p:cNvSpPr>
          <p:nvPr>
            <p:ph/>
          </p:nvPr>
        </p:nvSpPr>
        <p:spPr>
          <a:xfrm>
            <a:off x="1685880" y="1227240"/>
            <a:ext cx="10313280" cy="529380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200" b="0" strike="noStrike" spc="-1" dirty="0">
                <a:solidFill>
                  <a:schemeClr val="dk2"/>
                </a:solidFill>
                <a:latin typeface="DIN Pro Medium"/>
              </a:rPr>
              <a:t>Jamie is working on a project, and she sees that her files aren’t very well </a:t>
            </a:r>
            <a:r>
              <a:rPr lang="en-US" sz="2200" b="0" strike="noStrike" spc="-1" dirty="0" err="1">
                <a:solidFill>
                  <a:schemeClr val="dk2"/>
                </a:solidFill>
                <a:latin typeface="DIN Pro Medium"/>
              </a:rPr>
              <a:t>organised</a:t>
            </a:r>
            <a:r>
              <a:rPr lang="en-US" sz="2200" b="0" strike="noStrike" spc="-1" dirty="0">
                <a:solidFill>
                  <a:schemeClr val="dk2"/>
                </a:solidFill>
                <a:latin typeface="DIN Pro Medium"/>
              </a:rPr>
              <a:t>:</a:t>
            </a:r>
            <a:endParaRPr lang="nl-NL" sz="22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ls -F</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err="1">
                <a:solidFill>
                  <a:schemeClr val="dk2"/>
                </a:solidFill>
                <a:latin typeface="DIN Pro Medium"/>
              </a:rPr>
              <a:t>analysed</a:t>
            </a:r>
            <a:r>
              <a:rPr lang="en-US" sz="1800" b="0" strike="noStrike" spc="-1" dirty="0">
                <a:solidFill>
                  <a:schemeClr val="dk2"/>
                </a:solidFill>
                <a:latin typeface="DIN Pro Medium"/>
              </a:rPr>
              <a:t>/  fructose.dat    raw/   sucrose.dat</a:t>
            </a:r>
            <a:endParaRPr lang="nl-NL" sz="1800" b="0" strike="noStrike" spc="-1" dirty="0">
              <a:solidFill>
                <a:schemeClr val="dk2"/>
              </a:solidFill>
              <a:latin typeface="DIN Pro Medium"/>
            </a:endParaRPr>
          </a:p>
          <a:p>
            <a:pPr indent="0" defTabSz="685800">
              <a:lnSpc>
                <a:spcPct val="110000"/>
              </a:lnSpc>
              <a:buNone/>
              <a:tabLst>
                <a:tab pos="0" algn="l"/>
              </a:tabLst>
            </a:pPr>
            <a:endParaRPr lang="en-US" sz="800" b="0" strike="noStrike" spc="-1" dirty="0">
              <a:solidFill>
                <a:schemeClr val="dk2"/>
              </a:solidFill>
              <a:latin typeface="DIN Pro Medium"/>
            </a:endParaRPr>
          </a:p>
          <a:p>
            <a:pPr indent="0" defTabSz="685800">
              <a:lnSpc>
                <a:spcPct val="110000"/>
              </a:lnSpc>
              <a:buNone/>
              <a:tabLst>
                <a:tab pos="0" algn="l"/>
              </a:tabLst>
            </a:pPr>
            <a:r>
              <a:rPr lang="en-US" sz="2200" b="0" strike="noStrike" spc="-1" dirty="0">
                <a:solidFill>
                  <a:schemeClr val="dk2"/>
                </a:solidFill>
                <a:latin typeface="DIN Pro Medium"/>
              </a:rPr>
              <a:t>The fructose.dat and sucrose.dat files contain output from her data analysis. What command(s) covered in this lesson does she need to run so that the commands below will produce the output shown?</a:t>
            </a:r>
            <a:endParaRPr lang="nl-NL" sz="22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ls -F</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err="1">
                <a:solidFill>
                  <a:schemeClr val="dk2"/>
                </a:solidFill>
                <a:latin typeface="DIN Pro Medium"/>
              </a:rPr>
              <a:t>analysed</a:t>
            </a:r>
            <a:r>
              <a:rPr lang="en-US" sz="1800" b="0" strike="noStrike" spc="-1" dirty="0">
                <a:solidFill>
                  <a:schemeClr val="dk2"/>
                </a:solidFill>
                <a:latin typeface="DIN Pro Medium"/>
              </a:rPr>
              <a:t>/   raw/</a:t>
            </a:r>
            <a:endParaRPr lang="nl-NL" sz="1800" b="0" strike="noStrike" spc="-1" dirty="0">
              <a:solidFill>
                <a:schemeClr val="dk2"/>
              </a:solidFill>
              <a:latin typeface="DIN Pro Medium"/>
            </a:endParaRPr>
          </a:p>
          <a:p>
            <a:pPr indent="0" defTabSz="685800">
              <a:lnSpc>
                <a:spcPct val="110000"/>
              </a:lnSpc>
              <a:buNone/>
              <a:tabLst>
                <a:tab pos="0" algn="l"/>
              </a:tabLst>
            </a:pP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ls </a:t>
            </a:r>
            <a:r>
              <a:rPr lang="en-US" sz="1800" b="0" strike="noStrike" spc="-1" dirty="0" err="1">
                <a:solidFill>
                  <a:schemeClr val="dk2"/>
                </a:solidFill>
                <a:latin typeface="DIN Pro Medium"/>
              </a:rPr>
              <a:t>analysed</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fructose.dat    sucrose.dat</a:t>
            </a:r>
            <a:endParaRPr lang="nl-NL" sz="1800" b="0" strike="noStrike" spc="-1" dirty="0">
              <a:solidFill>
                <a:schemeClr val="dk2"/>
              </a:solidFill>
              <a:latin typeface="DIN Pro Medium"/>
            </a:endParaRPr>
          </a:p>
        </p:txBody>
      </p:sp>
      <p:sp>
        <p:nvSpPr>
          <p:cNvPr id="168" name="PlaceHolder 3"/>
          <p:cNvSpPr>
            <a:spLocks noGrp="1"/>
          </p:cNvSpPr>
          <p:nvPr>
            <p:ph type="sldNum" idx="31"/>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942D9871-CB8D-4A6B-9DB0-C1EC8BAD6A19}" type="slidenum">
              <a:rPr lang="nl-NL" sz="1050" b="0" strike="noStrike" spc="-1">
                <a:solidFill>
                  <a:srgbClr val="7F7F7F"/>
                </a:solidFill>
                <a:latin typeface="DINPro"/>
              </a:rPr>
              <a:t>12</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5" name="PlaceHolder 4"/>
          <p:cNvSpPr>
            <a:spLocks noGrp="1"/>
          </p:cNvSpPr>
          <p:nvPr>
            <p:ph type="ftr" idx="5"/>
          </p:nvPr>
        </p:nvSpPr>
        <p:spPr/>
        <p:txBody>
          <a:bodyPr/>
          <a:lstStyle/>
          <a:p>
            <a:r>
              <a:t>University Library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450720" y="0"/>
            <a:ext cx="299088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dirty="0">
                <a:solidFill>
                  <a:schemeClr val="lt2"/>
                </a:solidFill>
                <a:latin typeface="DIN Pro Medium"/>
              </a:rPr>
              <a:t>The sort command</a:t>
            </a:r>
            <a:endParaRPr lang="nl-NL" sz="2500" b="0" strike="noStrike" spc="-1" dirty="0">
              <a:solidFill>
                <a:schemeClr val="dk1"/>
              </a:solidFill>
              <a:latin typeface="Calibri"/>
            </a:endParaRPr>
          </a:p>
        </p:txBody>
      </p:sp>
      <p:sp>
        <p:nvSpPr>
          <p:cNvPr id="170" name="PlaceHolder 2"/>
          <p:cNvSpPr>
            <a:spLocks noGrp="1"/>
          </p:cNvSpPr>
          <p:nvPr>
            <p:ph/>
          </p:nvPr>
        </p:nvSpPr>
        <p:spPr>
          <a:xfrm>
            <a:off x="3594960" y="782640"/>
            <a:ext cx="7788240" cy="548172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1600" b="0" strike="noStrike" spc="-1" dirty="0">
                <a:solidFill>
                  <a:schemeClr val="dk2"/>
                </a:solidFill>
                <a:latin typeface="DIN Pro Medium"/>
              </a:rPr>
              <a:t>The file shell-lesson-data/exercise-data/numbers.txt contains the following lines:</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10</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19</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22</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6</a:t>
            </a:r>
            <a:endParaRPr lang="nl-NL" sz="1600" b="0" strike="noStrike" spc="-1" dirty="0">
              <a:solidFill>
                <a:schemeClr val="dk2"/>
              </a:solidFill>
              <a:latin typeface="DIN Pro Medium"/>
            </a:endParaRPr>
          </a:p>
          <a:p>
            <a:pPr indent="0" defTabSz="685800">
              <a:lnSpc>
                <a:spcPct val="110000"/>
              </a:lnSpc>
              <a:buNone/>
              <a:tabLst>
                <a:tab pos="0" algn="l"/>
              </a:tabLst>
            </a:pP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If we run sort on this file, the output is:</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10</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19</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22</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6</a:t>
            </a:r>
            <a:endParaRPr lang="nl-NL" sz="1600" b="0" strike="noStrike" spc="-1" dirty="0">
              <a:solidFill>
                <a:schemeClr val="dk2"/>
              </a:solidFill>
              <a:latin typeface="DIN Pro Medium"/>
            </a:endParaRPr>
          </a:p>
          <a:p>
            <a:pPr indent="0" defTabSz="685800">
              <a:lnSpc>
                <a:spcPct val="110000"/>
              </a:lnSpc>
              <a:buNone/>
              <a:tabLst>
                <a:tab pos="0" algn="l"/>
              </a:tabLst>
            </a:pP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If we run sort -n on the same file, we get this instead:</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6</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10</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19</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22</a:t>
            </a:r>
            <a:endParaRPr lang="nl-NL" sz="1600" b="0" strike="noStrike" spc="-1" dirty="0">
              <a:solidFill>
                <a:schemeClr val="dk2"/>
              </a:solidFill>
              <a:latin typeface="DIN Pro Medium"/>
            </a:endParaRPr>
          </a:p>
          <a:p>
            <a:pPr indent="0" defTabSz="685800">
              <a:lnSpc>
                <a:spcPct val="110000"/>
              </a:lnSpc>
              <a:buNone/>
              <a:tabLst>
                <a:tab pos="0" algn="l"/>
              </a:tabLst>
            </a:pP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Why?</a:t>
            </a:r>
            <a:endParaRPr lang="nl-NL" sz="1600" b="0" strike="noStrike" spc="-1" dirty="0">
              <a:solidFill>
                <a:schemeClr val="dk2"/>
              </a:solidFill>
              <a:latin typeface="DIN Pro Medium"/>
            </a:endParaRPr>
          </a:p>
          <a:p>
            <a:pPr indent="0" defTabSz="685800">
              <a:lnSpc>
                <a:spcPct val="110000"/>
              </a:lnSpc>
              <a:buNone/>
              <a:tabLst>
                <a:tab pos="0" algn="l"/>
              </a:tabLst>
            </a:pPr>
            <a:endParaRPr lang="nl-NL" sz="1600" b="0" strike="noStrike" spc="-1" dirty="0">
              <a:solidFill>
                <a:schemeClr val="dk2"/>
              </a:solidFill>
              <a:latin typeface="DIN Pro Medium"/>
            </a:endParaRPr>
          </a:p>
        </p:txBody>
      </p:sp>
      <p:sp>
        <p:nvSpPr>
          <p:cNvPr id="171" name="PlaceHolder 3"/>
          <p:cNvSpPr>
            <a:spLocks noGrp="1"/>
          </p:cNvSpPr>
          <p:nvPr>
            <p:ph type="sldNum" idx="32"/>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F546E36D-87D3-484A-AAF0-0D0886131547}" type="slidenum">
              <a:rPr lang="nl-NL" sz="1050" b="0" strike="noStrike" spc="-1">
                <a:solidFill>
                  <a:srgbClr val="7F7F7F"/>
                </a:solidFill>
                <a:latin typeface="DINPro"/>
              </a:rPr>
              <a:t>13</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5" name="PlaceHolder 4"/>
          <p:cNvSpPr>
            <a:spLocks noGrp="1"/>
          </p:cNvSpPr>
          <p:nvPr>
            <p:ph type="ftr" idx="5"/>
          </p:nvPr>
        </p:nvSpPr>
        <p:spPr/>
        <p:txBody>
          <a:bodyPr/>
          <a:lstStyle/>
          <a:p>
            <a:r>
              <a:t>University Library</a:t>
            </a:r>
          </a:p>
        </p:txBody>
      </p:sp>
      <p:pic>
        <p:nvPicPr>
          <p:cNvPr id="6" name="Picture 5">
            <a:extLst>
              <a:ext uri="{FF2B5EF4-FFF2-40B4-BE49-F238E27FC236}">
                <a16:creationId xmlns:a16="http://schemas.microsoft.com/office/drawing/2014/main" id="{2B8693EF-0DB0-8918-0942-D31C674DF2E7}"/>
              </a:ext>
            </a:extLst>
          </p:cNvPr>
          <p:cNvPicPr>
            <a:picLocks noChangeAspect="1"/>
          </p:cNvPicPr>
          <p:nvPr/>
        </p:nvPicPr>
        <p:blipFill>
          <a:blip r:embed="rId2"/>
          <a:stretch>
            <a:fillRect/>
          </a:stretch>
        </p:blipFill>
        <p:spPr>
          <a:xfrm>
            <a:off x="3657917" y="0"/>
            <a:ext cx="7878643"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450720" y="451080"/>
            <a:ext cx="323136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What does &gt;&gt; mean?</a:t>
            </a:r>
            <a:endParaRPr lang="nl-NL" sz="2500" b="0" strike="noStrike" spc="-1">
              <a:solidFill>
                <a:schemeClr val="dk1"/>
              </a:solidFill>
              <a:latin typeface="Calibri"/>
            </a:endParaRPr>
          </a:p>
        </p:txBody>
      </p:sp>
      <p:sp>
        <p:nvSpPr>
          <p:cNvPr id="173" name="PlaceHolder 2"/>
          <p:cNvSpPr>
            <a:spLocks noGrp="1"/>
          </p:cNvSpPr>
          <p:nvPr>
            <p:ph/>
          </p:nvPr>
        </p:nvSpPr>
        <p:spPr>
          <a:xfrm>
            <a:off x="1685880" y="1233720"/>
            <a:ext cx="10369440" cy="427320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200" b="0" strike="noStrike" spc="-1" dirty="0">
                <a:solidFill>
                  <a:schemeClr val="dk2"/>
                </a:solidFill>
                <a:latin typeface="DIN Pro Medium"/>
              </a:rPr>
              <a:t>We have seen the use of &gt;, but there is a similar operator &gt;&gt; which works slightly differently. We’ll learn about the differences between these two operators by printing some strings. We can use the echo command to print strings e.g.</a:t>
            </a:r>
            <a:endParaRPr lang="nl-NL" sz="22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echo The echo command prints text</a:t>
            </a:r>
            <a:endParaRPr lang="nl-NL" sz="1800" b="0" strike="noStrike" spc="-1" dirty="0">
              <a:solidFill>
                <a:schemeClr val="dk2"/>
              </a:solidFill>
              <a:latin typeface="DIN Pro Medium"/>
            </a:endParaRPr>
          </a:p>
          <a:p>
            <a:pPr indent="0" defTabSz="685800">
              <a:lnSpc>
                <a:spcPct val="110000"/>
              </a:lnSpc>
              <a:buNone/>
              <a:tabLst>
                <a:tab pos="0" algn="l"/>
              </a:tabLst>
            </a:pPr>
            <a:r>
              <a:rPr lang="en-US" sz="2200" b="0" strike="noStrike" spc="-1" dirty="0">
                <a:solidFill>
                  <a:schemeClr val="dk2"/>
                </a:solidFill>
                <a:latin typeface="DIN Pro Medium"/>
              </a:rPr>
              <a:t>The echo command prints text</a:t>
            </a:r>
            <a:endParaRPr lang="nl-NL" sz="2200" b="0" strike="noStrike" spc="-1" dirty="0">
              <a:solidFill>
                <a:schemeClr val="dk2"/>
              </a:solidFill>
              <a:latin typeface="DIN Pro Medium"/>
            </a:endParaRPr>
          </a:p>
          <a:p>
            <a:pPr indent="0" defTabSz="685800">
              <a:lnSpc>
                <a:spcPct val="110000"/>
              </a:lnSpc>
              <a:buNone/>
              <a:tabLst>
                <a:tab pos="0" algn="l"/>
              </a:tabLst>
            </a:pPr>
            <a:r>
              <a:rPr lang="en-US" sz="2200" b="0" strike="noStrike" spc="-1" dirty="0">
                <a:solidFill>
                  <a:schemeClr val="dk2"/>
                </a:solidFill>
                <a:latin typeface="DIN Pro Medium"/>
              </a:rPr>
              <a:t>Now test the commands below to reveal the difference between the two operators:</a:t>
            </a:r>
            <a:endParaRPr lang="nl-NL" sz="22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echo hello &gt; testfile01.txt</a:t>
            </a:r>
            <a:endParaRPr lang="nl-NL" sz="1800" b="0" strike="noStrike" spc="-1" dirty="0">
              <a:solidFill>
                <a:schemeClr val="dk2"/>
              </a:solidFill>
              <a:latin typeface="DIN Pro Medium"/>
            </a:endParaRPr>
          </a:p>
          <a:p>
            <a:pPr indent="0" defTabSz="685800">
              <a:lnSpc>
                <a:spcPct val="110000"/>
              </a:lnSpc>
              <a:buNone/>
              <a:tabLst>
                <a:tab pos="0" algn="l"/>
              </a:tabLst>
            </a:pPr>
            <a:r>
              <a:rPr lang="en-US" sz="2200" b="0" strike="noStrike" spc="-1" dirty="0">
                <a:solidFill>
                  <a:schemeClr val="dk2"/>
                </a:solidFill>
                <a:latin typeface="DIN Pro Medium"/>
              </a:rPr>
              <a:t>and:</a:t>
            </a:r>
            <a:endParaRPr lang="nl-NL" sz="22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echo hello &gt;&gt; testfile02.txt</a:t>
            </a:r>
            <a:endParaRPr lang="nl-NL" sz="1800" b="0" strike="noStrike" spc="-1" dirty="0">
              <a:solidFill>
                <a:schemeClr val="dk2"/>
              </a:solidFill>
              <a:latin typeface="DIN Pro Medium"/>
            </a:endParaRPr>
          </a:p>
          <a:p>
            <a:pPr indent="0" defTabSz="685800">
              <a:lnSpc>
                <a:spcPct val="110000"/>
              </a:lnSpc>
              <a:buNone/>
              <a:tabLst>
                <a:tab pos="0" algn="l"/>
              </a:tabLst>
            </a:pPr>
            <a:r>
              <a:rPr lang="en-US" sz="2200" b="0" strike="noStrike" spc="-1" dirty="0">
                <a:solidFill>
                  <a:schemeClr val="dk2"/>
                </a:solidFill>
                <a:latin typeface="DIN Pro Medium"/>
              </a:rPr>
              <a:t>Hint: Try executing each command twice in a row and then examining the output files.</a:t>
            </a:r>
            <a:endParaRPr lang="nl-NL" sz="2200" b="0" strike="noStrike" spc="-1" dirty="0">
              <a:solidFill>
                <a:schemeClr val="dk2"/>
              </a:solidFill>
              <a:latin typeface="DIN Pro Medium"/>
            </a:endParaRPr>
          </a:p>
        </p:txBody>
      </p:sp>
      <p:sp>
        <p:nvSpPr>
          <p:cNvPr id="174" name="PlaceHolder 3"/>
          <p:cNvSpPr>
            <a:spLocks noGrp="1"/>
          </p:cNvSpPr>
          <p:nvPr>
            <p:ph type="sldNum" idx="33"/>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5C466C38-CFA2-4664-89F2-5ACE92F85FFE}" type="slidenum">
              <a:rPr lang="nl-NL" sz="1050" b="0" strike="noStrike" spc="-1">
                <a:solidFill>
                  <a:srgbClr val="7F7F7F"/>
                </a:solidFill>
                <a:latin typeface="DINPro"/>
              </a:rPr>
              <a:t>14</a:t>
            </a:fld>
            <a:r>
              <a:rPr lang="nl-NL" sz="1050" b="0" strike="noStrike" spc="-1">
                <a:solidFill>
                  <a:srgbClr val="7F7F7F"/>
                </a:solidFill>
                <a:latin typeface="DINPro"/>
              </a:rPr>
              <a:t> </a:t>
            </a:r>
            <a:endParaRPr lang="en-US" sz="1050" b="0" strike="noStrike" spc="-1">
              <a:solidFill>
                <a:srgbClr val="000000"/>
              </a:solidFill>
              <a:latin typeface="Calibri"/>
            </a:endParaRPr>
          </a:p>
        </p:txBody>
      </p:sp>
      <p:sp>
        <p:nvSpPr>
          <p:cNvPr id="5" name="PlaceHolder 4"/>
          <p:cNvSpPr>
            <a:spLocks noGrp="1"/>
          </p:cNvSpPr>
          <p:nvPr>
            <p:ph type="ftr" idx="5"/>
          </p:nvPr>
        </p:nvSpPr>
        <p:spPr/>
        <p:txBody>
          <a:bodyPr/>
          <a:lstStyle/>
          <a:p>
            <a:r>
              <a:rPr dirty="0"/>
              <a:t>University Library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450720" y="451080"/>
            <a:ext cx="253332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Appending data</a:t>
            </a:r>
            <a:endParaRPr lang="nl-NL" sz="2500" b="0" strike="noStrike" spc="-1">
              <a:solidFill>
                <a:schemeClr val="dk1"/>
              </a:solidFill>
              <a:latin typeface="Calibri"/>
            </a:endParaRPr>
          </a:p>
        </p:txBody>
      </p:sp>
      <p:sp>
        <p:nvSpPr>
          <p:cNvPr id="176" name="PlaceHolder 2"/>
          <p:cNvSpPr>
            <a:spLocks noGrp="1"/>
          </p:cNvSpPr>
          <p:nvPr>
            <p:ph/>
          </p:nvPr>
        </p:nvSpPr>
        <p:spPr>
          <a:xfrm>
            <a:off x="1235160" y="1251000"/>
            <a:ext cx="10393560" cy="505296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300" b="0" strike="noStrike" spc="-1" dirty="0">
                <a:solidFill>
                  <a:schemeClr val="dk2"/>
                </a:solidFill>
                <a:latin typeface="DIN Pro Medium"/>
              </a:rPr>
              <a:t>We have already met the head command, which prints lines from the start of a file. tail is similar, but prints lines from the end of a file instead.</a:t>
            </a:r>
            <a:endParaRPr lang="nl-NL" sz="2300" b="0" strike="noStrike" spc="-1" dirty="0">
              <a:solidFill>
                <a:schemeClr val="dk2"/>
              </a:solidFill>
              <a:latin typeface="DIN Pro Medium"/>
            </a:endParaRPr>
          </a:p>
          <a:p>
            <a:pPr indent="0" defTabSz="685800">
              <a:lnSpc>
                <a:spcPct val="110000"/>
              </a:lnSpc>
              <a:buNone/>
              <a:tabLst>
                <a:tab pos="0" algn="l"/>
              </a:tabLst>
            </a:pPr>
            <a:endParaRPr lang="nl-NL" sz="2300" b="0" strike="noStrike" spc="-1" dirty="0">
              <a:solidFill>
                <a:schemeClr val="dk2"/>
              </a:solidFill>
              <a:latin typeface="DIN Pro Medium"/>
            </a:endParaRPr>
          </a:p>
          <a:p>
            <a:pPr indent="0" defTabSz="685800">
              <a:lnSpc>
                <a:spcPct val="110000"/>
              </a:lnSpc>
              <a:buNone/>
              <a:tabLst>
                <a:tab pos="0" algn="l"/>
              </a:tabLst>
            </a:pPr>
            <a:r>
              <a:rPr lang="en-US" sz="2300" b="0" strike="noStrike" spc="-1" dirty="0">
                <a:solidFill>
                  <a:schemeClr val="dk2"/>
                </a:solidFill>
                <a:latin typeface="DIN Pro Medium"/>
              </a:rPr>
              <a:t>Consider the file shell-lesson-data/exercise-data/animal-counts/animals.csv. After these commands, select the answer that corresponds to the file animals-subset.csv:</a:t>
            </a:r>
            <a:endParaRPr lang="nl-NL" sz="23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head -n 3 animals.csv &gt; animals-subset.csv</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tail -n 2 animals.csv &gt;&gt; animals-subset.csv</a:t>
            </a:r>
            <a:endParaRPr lang="nl-NL" sz="18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300" b="0" strike="noStrike" spc="-1" dirty="0">
                <a:solidFill>
                  <a:schemeClr val="dk2"/>
                </a:solidFill>
                <a:latin typeface="DIN Pro Medium"/>
              </a:rPr>
              <a:t>The first three lines of animals.csv</a:t>
            </a:r>
            <a:endParaRPr lang="nl-NL" sz="23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300" b="0" strike="noStrike" spc="-1" dirty="0">
                <a:solidFill>
                  <a:schemeClr val="dk2"/>
                </a:solidFill>
                <a:latin typeface="DIN Pro Medium"/>
              </a:rPr>
              <a:t>The last two lines of animals.csv</a:t>
            </a:r>
            <a:endParaRPr lang="nl-NL" sz="23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300" b="0" strike="noStrike" spc="-1" dirty="0">
                <a:solidFill>
                  <a:schemeClr val="dk2"/>
                </a:solidFill>
                <a:latin typeface="DIN Pro Medium"/>
              </a:rPr>
              <a:t>The first three lines and the last two lines of animals.csv</a:t>
            </a:r>
            <a:endParaRPr lang="nl-NL" sz="23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300" b="0" strike="noStrike" spc="-1" dirty="0">
                <a:solidFill>
                  <a:schemeClr val="dk2"/>
                </a:solidFill>
                <a:latin typeface="DIN Pro Medium"/>
              </a:rPr>
              <a:t>The second and third lines of animals.csv</a:t>
            </a:r>
            <a:endParaRPr lang="nl-NL" sz="2300" b="0" strike="noStrike" spc="-1" dirty="0">
              <a:solidFill>
                <a:schemeClr val="dk2"/>
              </a:solidFill>
              <a:latin typeface="DIN Pro Medium"/>
            </a:endParaRPr>
          </a:p>
        </p:txBody>
      </p:sp>
      <p:sp>
        <p:nvSpPr>
          <p:cNvPr id="177" name="PlaceHolder 3"/>
          <p:cNvSpPr>
            <a:spLocks noGrp="1"/>
          </p:cNvSpPr>
          <p:nvPr>
            <p:ph type="sldNum" idx="34"/>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104BD2E1-3174-44F2-98E5-2097427AD02B}" type="slidenum">
              <a:rPr lang="nl-NL" sz="1050" b="0" strike="noStrike" spc="-1">
                <a:solidFill>
                  <a:srgbClr val="7F7F7F"/>
                </a:solidFill>
                <a:latin typeface="DINPro"/>
              </a:rPr>
              <a:t>15</a:t>
            </a:fld>
            <a:r>
              <a:rPr lang="nl-NL" sz="1050" b="0" strike="noStrike" spc="-1">
                <a:solidFill>
                  <a:srgbClr val="7F7F7F"/>
                </a:solidFill>
                <a:latin typeface="DINPro"/>
              </a:rPr>
              <a:t> </a:t>
            </a:r>
            <a:endParaRPr lang="en-US" sz="1050" b="0" strike="noStrike" spc="-1">
              <a:solidFill>
                <a:srgbClr val="000000"/>
              </a:solid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p:cTn id="6" dur="2000" fill="hold"/>
                                        <p:tgtEl>
                                          <p:spTgt spid="176">
                                            <p:txEl>
                                              <p:pRg st="7" end="7"/>
                                            </p:txEl>
                                          </p:spTgt>
                                        </p:tgtEl>
                                        <p:attrNameLst>
                                          <p:attrName>style.color</p:attrName>
                                        </p:attrNameLst>
                                      </p:cBhvr>
                                      <p:to>
                                        <a:srgbClr val="4FAF48"/>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450720" y="451080"/>
            <a:ext cx="518400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Piping commands together</a:t>
            </a:r>
            <a:endParaRPr lang="nl-NL" sz="2500" b="0" strike="noStrike" spc="-1">
              <a:solidFill>
                <a:schemeClr val="dk1"/>
              </a:solidFill>
              <a:latin typeface="Calibri"/>
            </a:endParaRPr>
          </a:p>
        </p:txBody>
      </p:sp>
      <p:sp>
        <p:nvSpPr>
          <p:cNvPr id="179" name="PlaceHolder 2"/>
          <p:cNvSpPr>
            <a:spLocks noGrp="1"/>
          </p:cNvSpPr>
          <p:nvPr>
            <p:ph/>
          </p:nvPr>
        </p:nvSpPr>
        <p:spPr>
          <a:xfrm>
            <a:off x="1685880" y="1685879"/>
            <a:ext cx="9903960" cy="4901733"/>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400" b="0" strike="noStrike" spc="-1" dirty="0">
                <a:solidFill>
                  <a:schemeClr val="dk2"/>
                </a:solidFill>
                <a:latin typeface="DIN Pro Medium"/>
              </a:rPr>
              <a:t>In our current directory, we want to find the 3 files which have the least number of lines. Which command listed below would work?</a:t>
            </a:r>
            <a:endParaRPr lang="nl-NL" sz="2400" b="0" strike="noStrike" spc="-1" dirty="0">
              <a:solidFill>
                <a:schemeClr val="dk2"/>
              </a:solidFill>
              <a:latin typeface="DIN Pro Medium"/>
            </a:endParaRPr>
          </a:p>
          <a:p>
            <a:pPr indent="0" defTabSz="685800">
              <a:lnSpc>
                <a:spcPct val="110000"/>
              </a:lnSpc>
              <a:buNone/>
              <a:tabLst>
                <a:tab pos="0" algn="l"/>
              </a:tabLst>
            </a:pPr>
            <a:endParaRPr lang="nl-NL" sz="24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400" b="0" strike="noStrike" spc="-1" dirty="0" err="1">
                <a:solidFill>
                  <a:schemeClr val="dk2"/>
                </a:solidFill>
                <a:latin typeface="DIN Pro Medium"/>
              </a:rPr>
              <a:t>wc</a:t>
            </a:r>
            <a:r>
              <a:rPr lang="en-US" sz="2400" b="0" strike="noStrike" spc="-1" dirty="0">
                <a:solidFill>
                  <a:schemeClr val="dk2"/>
                </a:solidFill>
                <a:latin typeface="DIN Pro Medium"/>
              </a:rPr>
              <a:t> -l * &gt; sort -n &gt; head -n 3</a:t>
            </a:r>
            <a:endParaRPr lang="nl-NL" sz="24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400" b="0" strike="noStrike" spc="-1" dirty="0" err="1">
                <a:solidFill>
                  <a:schemeClr val="dk2"/>
                </a:solidFill>
                <a:latin typeface="DIN Pro Medium"/>
              </a:rPr>
              <a:t>wc</a:t>
            </a:r>
            <a:r>
              <a:rPr lang="en-US" sz="2400" b="0" strike="noStrike" spc="-1" dirty="0">
                <a:solidFill>
                  <a:schemeClr val="dk2"/>
                </a:solidFill>
                <a:latin typeface="DIN Pro Medium"/>
              </a:rPr>
              <a:t> -l * | sort -n | head -n 1-3</a:t>
            </a:r>
            <a:endParaRPr lang="nl-NL" sz="24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400" b="0" strike="noStrike" spc="-1" dirty="0" err="1">
                <a:solidFill>
                  <a:schemeClr val="dk2"/>
                </a:solidFill>
                <a:latin typeface="DIN Pro Medium"/>
              </a:rPr>
              <a:t>wc</a:t>
            </a:r>
            <a:r>
              <a:rPr lang="en-US" sz="2400" b="0" strike="noStrike" spc="-1" dirty="0">
                <a:solidFill>
                  <a:schemeClr val="dk2"/>
                </a:solidFill>
                <a:latin typeface="DIN Pro Medium"/>
              </a:rPr>
              <a:t> -l * | head -n 3 | sort –n</a:t>
            </a:r>
            <a:endParaRPr lang="nl-NL" sz="24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2400" b="0" strike="noStrike" spc="-1" dirty="0" err="1">
                <a:solidFill>
                  <a:schemeClr val="dk2"/>
                </a:solidFill>
                <a:latin typeface="DIN Pro Medium"/>
              </a:rPr>
              <a:t>wc</a:t>
            </a:r>
            <a:r>
              <a:rPr lang="en-US" sz="2400" b="0" strike="noStrike" spc="-1" dirty="0">
                <a:solidFill>
                  <a:schemeClr val="dk2"/>
                </a:solidFill>
                <a:latin typeface="DIN Pro Medium"/>
              </a:rPr>
              <a:t> -l * | sort -n | head -n 3</a:t>
            </a:r>
            <a:endParaRPr lang="nl-NL" sz="2400" b="0" strike="noStrike" spc="-1" dirty="0">
              <a:solidFill>
                <a:schemeClr val="dk2"/>
              </a:solidFill>
              <a:latin typeface="DIN Pro Medium"/>
            </a:endParaRPr>
          </a:p>
          <a:p>
            <a:pPr indent="0" defTabSz="685800">
              <a:lnSpc>
                <a:spcPct val="110000"/>
              </a:lnSpc>
              <a:buNone/>
              <a:tabLst>
                <a:tab pos="0" algn="l"/>
              </a:tabLst>
            </a:pPr>
            <a:endParaRPr lang="nl-NL" sz="2400" b="0" strike="noStrike" spc="-1" dirty="0">
              <a:solidFill>
                <a:schemeClr val="dk2"/>
              </a:solidFill>
              <a:latin typeface="DIN Pro Medium"/>
            </a:endParaRPr>
          </a:p>
          <a:p>
            <a:pPr indent="0" defTabSz="685800">
              <a:lnSpc>
                <a:spcPct val="110000"/>
              </a:lnSpc>
              <a:buNone/>
              <a:tabLst>
                <a:tab pos="0" algn="l"/>
              </a:tabLst>
            </a:pPr>
            <a:r>
              <a:rPr lang="en-US" sz="2400" b="0" strike="noStrike" spc="-1" dirty="0">
                <a:solidFill>
                  <a:schemeClr val="dk2"/>
                </a:solidFill>
                <a:latin typeface="DIN Pro Medium"/>
              </a:rPr>
              <a:t>Try this in the shell-lesson-data/exercise-data/alkanes directory and try to understand why things work the way they do</a:t>
            </a:r>
            <a:endParaRPr lang="nl-NL" sz="2400" b="0" strike="noStrike" spc="-1" dirty="0">
              <a:solidFill>
                <a:schemeClr val="dk2"/>
              </a:solidFill>
              <a:latin typeface="DIN Pro Medium"/>
            </a:endParaRPr>
          </a:p>
        </p:txBody>
      </p:sp>
      <p:sp>
        <p:nvSpPr>
          <p:cNvPr id="180" name="PlaceHolder 3"/>
          <p:cNvSpPr>
            <a:spLocks noGrp="1"/>
          </p:cNvSpPr>
          <p:nvPr>
            <p:ph type="sldNum" idx="35"/>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B9611ACC-D179-4D77-9D70-5678550BEA8A}" type="slidenum">
              <a:rPr lang="nl-NL" sz="1050" b="0" strike="noStrike" spc="-1">
                <a:solidFill>
                  <a:srgbClr val="7F7F7F"/>
                </a:solidFill>
                <a:latin typeface="DINPro"/>
              </a:rPr>
              <a:t>16</a:t>
            </a:fld>
            <a:r>
              <a:rPr lang="nl-NL" sz="1050" b="0" strike="noStrike" spc="-1">
                <a:solidFill>
                  <a:srgbClr val="7F7F7F"/>
                </a:solidFill>
                <a:latin typeface="DINPro"/>
              </a:rPr>
              <a:t> </a:t>
            </a:r>
            <a:endParaRPr lang="en-US" sz="1050" b="0" strike="noStrike" spc="-1">
              <a:solidFill>
                <a:srgbClr val="000000"/>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79">
                                            <p:txEl>
                                              <p:pRg st="5" end="5"/>
                                            </p:txEl>
                                          </p:spTgt>
                                        </p:tgtEl>
                                        <p:attrNameLst>
                                          <p:attrName>style.color</p:attrName>
                                        </p:attrNameLst>
                                      </p:cBhvr>
                                      <p:to>
                                        <a:schemeClr val="accent2"/>
                                      </p:to>
                                    </p:animClr>
                                    <p:animClr clrSpc="rgb" dir="cw">
                                      <p:cBhvr>
                                        <p:cTn id="7" dur="500" fill="hold"/>
                                        <p:tgtEl>
                                          <p:spTgt spid="179">
                                            <p:txEl>
                                              <p:pRg st="5" end="5"/>
                                            </p:txEl>
                                          </p:spTgt>
                                        </p:tgtEl>
                                        <p:attrNameLst>
                                          <p:attrName>fillcolor</p:attrName>
                                        </p:attrNameLst>
                                      </p:cBhvr>
                                      <p:to>
                                        <a:schemeClr val="accent2"/>
                                      </p:to>
                                    </p:animClr>
                                    <p:set>
                                      <p:cBhvr>
                                        <p:cTn id="8" dur="500" fill="hold"/>
                                        <p:tgtEl>
                                          <p:spTgt spid="179">
                                            <p:txEl>
                                              <p:pRg st="5" end="5"/>
                                            </p:txEl>
                                          </p:spTgt>
                                        </p:tgtEl>
                                        <p:attrNameLst>
                                          <p:attrName>fill.type</p:attrName>
                                        </p:attrNameLst>
                                      </p:cBhvr>
                                      <p:to>
                                        <p:strVal val="solid"/>
                                      </p:to>
                                    </p:set>
                                    <p:set>
                                      <p:cBhvr>
                                        <p:cTn id="9" dur="500" fill="hold"/>
                                        <p:tgtEl>
                                          <p:spTgt spid="179">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450720" y="0"/>
            <a:ext cx="550332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Exercise: Pipe Reading Comprehension</a:t>
            </a:r>
            <a:endParaRPr lang="nl-NL" sz="2500" b="0" strike="noStrike" spc="-1">
              <a:solidFill>
                <a:schemeClr val="dk1"/>
              </a:solidFill>
              <a:latin typeface="Calibri"/>
            </a:endParaRPr>
          </a:p>
        </p:txBody>
      </p:sp>
      <p:sp>
        <p:nvSpPr>
          <p:cNvPr id="182" name="PlaceHolder 2"/>
          <p:cNvSpPr>
            <a:spLocks noGrp="1"/>
          </p:cNvSpPr>
          <p:nvPr>
            <p:ph/>
          </p:nvPr>
        </p:nvSpPr>
        <p:spPr>
          <a:xfrm>
            <a:off x="1235160" y="782640"/>
            <a:ext cx="10417320" cy="539352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000" b="0" strike="noStrike" spc="-1" dirty="0">
                <a:solidFill>
                  <a:schemeClr val="dk2"/>
                </a:solidFill>
                <a:latin typeface="DIN Pro Medium"/>
              </a:rPr>
              <a:t>A file called animals.csv (shell-lesson-data/exercise-data/animal-counts) contains the following data:</a:t>
            </a:r>
            <a:endParaRPr lang="nl-NL" sz="20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2012-11-05,deer,5</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2012-11-05,rabbit,22</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2012-11-05,raccoon,7</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2012-11-06,rabbit,19</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2012-11-06,deer,2</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2012-11-06,fox,4</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2012-11-07,rabbit,16</a:t>
            </a:r>
            <a:endParaRPr lang="nl-NL" sz="16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2012-11-07,bear,1</a:t>
            </a:r>
            <a:endParaRPr lang="nl-NL" sz="1600" b="0" strike="noStrike" spc="-1" dirty="0">
              <a:solidFill>
                <a:schemeClr val="dk2"/>
              </a:solidFill>
              <a:latin typeface="DIN Pro Medium"/>
            </a:endParaRPr>
          </a:p>
          <a:p>
            <a:pPr indent="0" defTabSz="685800">
              <a:lnSpc>
                <a:spcPct val="110000"/>
              </a:lnSpc>
              <a:buNone/>
              <a:tabLst>
                <a:tab pos="0" algn="l"/>
              </a:tabLst>
            </a:pPr>
            <a:r>
              <a:rPr lang="en-US" sz="2000" b="0" strike="noStrike" spc="-1" dirty="0">
                <a:solidFill>
                  <a:schemeClr val="dk2"/>
                </a:solidFill>
                <a:latin typeface="DIN Pro Medium"/>
              </a:rPr>
              <a:t>What text passes through each of the pipes and the final redirect in the pipeline below? Note, the sort -r command sorts in reverse order.</a:t>
            </a:r>
            <a:endParaRPr lang="nl-NL" sz="2000" b="0" strike="noStrike" spc="-1" dirty="0">
              <a:solidFill>
                <a:schemeClr val="dk2"/>
              </a:solidFill>
              <a:latin typeface="DIN Pro Medium"/>
            </a:endParaRPr>
          </a:p>
          <a:p>
            <a:pPr indent="0" defTabSz="685800">
              <a:lnSpc>
                <a:spcPct val="110000"/>
              </a:lnSpc>
              <a:buNone/>
              <a:tabLst>
                <a:tab pos="0" algn="l"/>
              </a:tabLst>
            </a:pPr>
            <a:r>
              <a:rPr lang="en-US" sz="2000" b="0" strike="noStrike" spc="-1" dirty="0">
                <a:solidFill>
                  <a:schemeClr val="dk2"/>
                </a:solidFill>
                <a:latin typeface="DIN Pro Medium"/>
              </a:rPr>
              <a:t>$ cat animals.csv | head -n 5 | tail -n 3 | sort -r &gt; final.txt</a:t>
            </a:r>
            <a:endParaRPr lang="nl-NL" sz="2000" b="0" strike="noStrike" spc="-1" dirty="0">
              <a:solidFill>
                <a:schemeClr val="dk2"/>
              </a:solidFill>
              <a:latin typeface="DIN Pro Medium"/>
            </a:endParaRPr>
          </a:p>
          <a:p>
            <a:pPr indent="0" defTabSz="685800">
              <a:lnSpc>
                <a:spcPct val="110000"/>
              </a:lnSpc>
              <a:buNone/>
              <a:tabLst>
                <a:tab pos="0" algn="l"/>
              </a:tabLst>
            </a:pPr>
            <a:r>
              <a:rPr lang="en-US" sz="2000" b="0" strike="noStrike" spc="-1" dirty="0">
                <a:solidFill>
                  <a:schemeClr val="dk2"/>
                </a:solidFill>
                <a:latin typeface="DIN Pro Medium"/>
              </a:rPr>
              <a:t>Hint: build the pipeline up one command at a time to test your understanding</a:t>
            </a:r>
            <a:endParaRPr lang="nl-NL" sz="2000" b="0" strike="noStrike" spc="-1" dirty="0">
              <a:solidFill>
                <a:schemeClr val="dk2"/>
              </a:solidFill>
              <a:latin typeface="DIN Pro Medium"/>
            </a:endParaRPr>
          </a:p>
        </p:txBody>
      </p:sp>
      <p:sp>
        <p:nvSpPr>
          <p:cNvPr id="183" name="PlaceHolder 3"/>
          <p:cNvSpPr>
            <a:spLocks noGrp="1"/>
          </p:cNvSpPr>
          <p:nvPr>
            <p:ph type="sldNum" idx="36"/>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B3C0AA47-21E4-4608-8279-105A4E2F8F08}" type="slidenum">
              <a:rPr lang="nl-NL" sz="1050" b="0" strike="noStrike" spc="-1">
                <a:solidFill>
                  <a:srgbClr val="7F7F7F"/>
                </a:solidFill>
                <a:latin typeface="DINPro"/>
              </a:rPr>
              <a:t>17</a:t>
            </a:fld>
            <a:r>
              <a:rPr lang="nl-NL" sz="1050" b="0" strike="noStrike" spc="-1">
                <a:solidFill>
                  <a:srgbClr val="7F7F7F"/>
                </a:solidFill>
                <a:latin typeface="DINPro"/>
              </a:rPr>
              <a:t> </a:t>
            </a:r>
            <a:endParaRPr lang="en-US" sz="1050" b="0" strike="noStrike" spc="-1">
              <a:solidFill>
                <a:srgbClr val="000000"/>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450720" y="0"/>
            <a:ext cx="535752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Optional Exercise: Pipe Construction</a:t>
            </a:r>
            <a:endParaRPr lang="nl-NL" sz="2500" b="0" strike="noStrike" spc="-1">
              <a:solidFill>
                <a:schemeClr val="dk1"/>
              </a:solidFill>
              <a:latin typeface="Calibri"/>
            </a:endParaRPr>
          </a:p>
        </p:txBody>
      </p:sp>
      <p:sp>
        <p:nvSpPr>
          <p:cNvPr id="185" name="PlaceHolder 2"/>
          <p:cNvSpPr>
            <a:spLocks noGrp="1"/>
          </p:cNvSpPr>
          <p:nvPr>
            <p:ph/>
          </p:nvPr>
        </p:nvSpPr>
        <p:spPr>
          <a:xfrm>
            <a:off x="2562446" y="782639"/>
            <a:ext cx="7322093" cy="5903295"/>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1800" b="0" strike="noStrike" spc="-1" dirty="0">
                <a:solidFill>
                  <a:schemeClr val="dk2"/>
                </a:solidFill>
                <a:latin typeface="DIN Pro Medium"/>
              </a:rPr>
              <a:t>For the file animals.csv from the previous exercise, consider the following command:</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 cut -d , -f 2 animals.csv</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The cut command is used to remove or ‘cut out’ certain sections of each line in the file, and cut expects the lines to be separated into columns by a Tab character. A character used in this way is a called a </a:t>
            </a:r>
            <a:r>
              <a:rPr lang="en-US" sz="1800" b="1" strike="noStrike" spc="-1" dirty="0">
                <a:solidFill>
                  <a:schemeClr val="dk2"/>
                </a:solidFill>
                <a:latin typeface="DIN Pro Medium"/>
              </a:rPr>
              <a:t>delimiter</a:t>
            </a:r>
            <a:r>
              <a:rPr lang="en-US" sz="1800" b="0" strike="noStrike" spc="-1" dirty="0">
                <a:solidFill>
                  <a:schemeClr val="dk2"/>
                </a:solidFill>
                <a:latin typeface="DIN Pro Medium"/>
              </a:rPr>
              <a:t>. In the example above we use the -d option to specify the comma as our delimiter character. We have also used the -f option to specify that we want to extract the second field (column). This gives the following output:</a:t>
            </a:r>
            <a:endParaRPr lang="nl-NL" sz="18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deer</a:t>
            </a:r>
            <a:endParaRPr lang="nl-NL" sz="14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rabbit</a:t>
            </a:r>
            <a:endParaRPr lang="nl-NL" sz="14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raccoon</a:t>
            </a:r>
            <a:endParaRPr lang="nl-NL" sz="14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rabbit</a:t>
            </a:r>
            <a:endParaRPr lang="nl-NL" sz="14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deer</a:t>
            </a:r>
            <a:endParaRPr lang="nl-NL" sz="14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fox</a:t>
            </a:r>
            <a:endParaRPr lang="nl-NL" sz="14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rabbit</a:t>
            </a:r>
            <a:endParaRPr lang="nl-NL" sz="1400" b="0" strike="noStrike" spc="-1" dirty="0">
              <a:solidFill>
                <a:schemeClr val="dk2"/>
              </a:solidFill>
              <a:latin typeface="DIN Pro Medium"/>
            </a:endParaRPr>
          </a:p>
          <a:p>
            <a:pPr indent="0" defTabSz="685800">
              <a:lnSpc>
                <a:spcPct val="110000"/>
              </a:lnSpc>
              <a:buNone/>
              <a:tabLst>
                <a:tab pos="0" algn="l"/>
              </a:tabLst>
            </a:pPr>
            <a:r>
              <a:rPr lang="en-US" sz="1400" b="0" strike="noStrike" spc="-1" dirty="0">
                <a:solidFill>
                  <a:schemeClr val="dk2"/>
                </a:solidFill>
                <a:latin typeface="DIN Pro Medium"/>
              </a:rPr>
              <a:t>bear</a:t>
            </a:r>
            <a:endParaRPr lang="nl-NL" sz="1400" b="0" strike="noStrike" spc="-1" dirty="0">
              <a:solidFill>
                <a:schemeClr val="dk2"/>
              </a:solidFill>
              <a:latin typeface="DIN Pro Medium"/>
            </a:endParaRPr>
          </a:p>
          <a:p>
            <a:pPr indent="0" defTabSz="685800">
              <a:lnSpc>
                <a:spcPct val="110000"/>
              </a:lnSpc>
              <a:buNone/>
              <a:tabLst>
                <a:tab pos="0" algn="l"/>
              </a:tabLst>
            </a:pPr>
            <a:r>
              <a:rPr lang="en-US" sz="1600" b="0" strike="noStrike" spc="-1" dirty="0">
                <a:solidFill>
                  <a:schemeClr val="dk2"/>
                </a:solidFill>
                <a:latin typeface="DIN Pro Medium"/>
              </a:rPr>
              <a:t>The </a:t>
            </a:r>
            <a:r>
              <a:rPr lang="en-US" sz="1600" b="0" strike="noStrike" spc="-1" dirty="0" err="1">
                <a:solidFill>
                  <a:schemeClr val="dk2"/>
                </a:solidFill>
                <a:latin typeface="DIN Pro Medium"/>
              </a:rPr>
              <a:t>uniq</a:t>
            </a:r>
            <a:r>
              <a:rPr lang="en-US" sz="1600" b="0" strike="noStrike" spc="-1" dirty="0">
                <a:solidFill>
                  <a:schemeClr val="dk2"/>
                </a:solidFill>
                <a:latin typeface="DIN Pro Medium"/>
              </a:rPr>
              <a:t> command filters out adjacent matching lines in a file. How could you extend this pipeline (using </a:t>
            </a:r>
            <a:r>
              <a:rPr lang="en-US" sz="1600" b="0" strike="noStrike" spc="-1" dirty="0" err="1">
                <a:solidFill>
                  <a:schemeClr val="dk2"/>
                </a:solidFill>
                <a:latin typeface="DIN Pro Medium"/>
              </a:rPr>
              <a:t>uniq</a:t>
            </a:r>
            <a:r>
              <a:rPr lang="en-US" sz="1600" b="0" strike="noStrike" spc="-1" dirty="0">
                <a:solidFill>
                  <a:schemeClr val="dk2"/>
                </a:solidFill>
                <a:latin typeface="DIN Pro Medium"/>
              </a:rPr>
              <a:t> </a:t>
            </a:r>
          </a:p>
          <a:p>
            <a:pPr indent="0" defTabSz="685800">
              <a:lnSpc>
                <a:spcPct val="110000"/>
              </a:lnSpc>
              <a:buNone/>
              <a:tabLst>
                <a:tab pos="0" algn="l"/>
              </a:tabLst>
            </a:pPr>
            <a:r>
              <a:rPr lang="en-US" sz="1600" b="0" strike="noStrike" spc="-1" dirty="0">
                <a:solidFill>
                  <a:schemeClr val="dk2"/>
                </a:solidFill>
                <a:latin typeface="DIN Pro Medium"/>
              </a:rPr>
              <a:t>and another command) to find out what animals the file contains (without any duplicates in their names)?</a:t>
            </a:r>
            <a:endParaRPr lang="nl-NL" sz="1600" b="0" strike="noStrike" spc="-1" dirty="0">
              <a:solidFill>
                <a:schemeClr val="dk2"/>
              </a:solidFill>
              <a:latin typeface="DIN Pro Medium"/>
            </a:endParaRPr>
          </a:p>
        </p:txBody>
      </p:sp>
      <p:sp>
        <p:nvSpPr>
          <p:cNvPr id="186" name="PlaceHolder 3"/>
          <p:cNvSpPr>
            <a:spLocks noGrp="1"/>
          </p:cNvSpPr>
          <p:nvPr>
            <p:ph type="sldNum" idx="37"/>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2676A1C0-91F2-4CF9-BB9A-89D58A0567E2}" type="slidenum">
              <a:rPr lang="nl-NL" sz="1050" b="0" strike="noStrike" spc="-1">
                <a:solidFill>
                  <a:srgbClr val="7F7F7F"/>
                </a:solidFill>
                <a:latin typeface="DINPro"/>
              </a:rPr>
              <a:t>18</a:t>
            </a:fld>
            <a:r>
              <a:rPr lang="nl-NL" sz="1050" b="0" strike="noStrike" spc="-1" dirty="0">
                <a:solidFill>
                  <a:srgbClr val="7F7F7F"/>
                </a:solidFill>
                <a:latin typeface="DINPro"/>
              </a:rPr>
              <a:t> </a:t>
            </a:r>
            <a:endParaRPr lang="en-US" sz="1050" b="0" strike="noStrike" spc="-1" dirty="0">
              <a:solidFill>
                <a:srgbClr val="000000"/>
              </a:solidFill>
              <a:latin typeface="Calibri"/>
            </a:endParaRPr>
          </a:p>
        </p:txBody>
      </p:sp>
      <p:pic>
        <p:nvPicPr>
          <p:cNvPr id="3" name="Picture 2">
            <a:extLst>
              <a:ext uri="{FF2B5EF4-FFF2-40B4-BE49-F238E27FC236}">
                <a16:creationId xmlns:a16="http://schemas.microsoft.com/office/drawing/2014/main" id="{CBE083B3-66FC-B800-2195-8DDEFF3F9A93}"/>
              </a:ext>
            </a:extLst>
          </p:cNvPr>
          <p:cNvPicPr>
            <a:picLocks noChangeAspect="1"/>
          </p:cNvPicPr>
          <p:nvPr/>
        </p:nvPicPr>
        <p:blipFill>
          <a:blip r:embed="rId2"/>
          <a:stretch>
            <a:fillRect/>
          </a:stretch>
        </p:blipFill>
        <p:spPr>
          <a:xfrm>
            <a:off x="2562446" y="659803"/>
            <a:ext cx="7322093" cy="6198197"/>
          </a:xfrm>
          <a:prstGeom prst="rect">
            <a:avLst/>
          </a:prstGeom>
        </p:spPr>
      </p:pic>
      <p:sp>
        <p:nvSpPr>
          <p:cNvPr id="4" name="Rectangle 1">
            <a:extLst>
              <a:ext uri="{FF2B5EF4-FFF2-40B4-BE49-F238E27FC236}">
                <a16:creationId xmlns:a16="http://schemas.microsoft.com/office/drawing/2014/main" id="{19E62E76-8CB3-FD4E-2DDD-6708070EE5A5}"/>
              </a:ext>
            </a:extLst>
          </p:cNvPr>
          <p:cNvSpPr>
            <a:spLocks noChangeArrowheads="1"/>
          </p:cNvSpPr>
          <p:nvPr/>
        </p:nvSpPr>
        <p:spPr bwMode="auto">
          <a:xfrm>
            <a:off x="5338778" y="4463811"/>
            <a:ext cx="314220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400" b="0" i="0" u="none" strike="noStrike" cap="none" normalizeH="0" baseline="0" dirty="0">
                <a:ln>
                  <a:noFill/>
                </a:ln>
                <a:solidFill>
                  <a:schemeClr val="tx1"/>
                </a:solidFill>
                <a:effectLst/>
                <a:latin typeface="Arial Unicode MS"/>
              </a:rPr>
              <a:t>$ cut -d , -f 2 animals.csv | sort | </a:t>
            </a:r>
            <a:r>
              <a:rPr kumimoji="0" lang="en-NL" altLang="en-NL" sz="1400" b="0" i="0" u="none" strike="noStrike" cap="none" normalizeH="0" baseline="0" dirty="0" err="1">
                <a:ln>
                  <a:noFill/>
                </a:ln>
                <a:solidFill>
                  <a:schemeClr val="tx1"/>
                </a:solidFill>
                <a:effectLst/>
                <a:latin typeface="Arial Unicode MS"/>
              </a:rPr>
              <a:t>uniq</a:t>
            </a:r>
            <a:r>
              <a:rPr kumimoji="0" lang="en-NL" altLang="en-NL" sz="1400" b="0" i="0" u="none" strike="noStrike" cap="none" normalizeH="0" baseline="0" dirty="0">
                <a:ln>
                  <a:noFill/>
                </a:ln>
                <a:solidFill>
                  <a:schemeClr val="tx1"/>
                </a:solidFill>
                <a:effectLst/>
              </a:rPr>
              <a:t> </a:t>
            </a:r>
            <a:endParaRPr kumimoji="0" lang="en-NL" altLang="en-NL" sz="1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450720" y="0"/>
            <a:ext cx="4502160" cy="782280"/>
          </a:xfrm>
          <a:prstGeom prst="rect">
            <a:avLst/>
          </a:prstGeom>
          <a:solidFill>
            <a:srgbClr val="0077B3"/>
          </a:solidFill>
          <a:ln w="0">
            <a:noFill/>
          </a:ln>
        </p:spPr>
        <p:txBody>
          <a:bodyPr lIns="252000" tIns="216000" rIns="216000" bIns="216000" anchor="ctr">
            <a:noAutofit/>
          </a:bodyPr>
          <a:lstStyle/>
          <a:p>
            <a:pPr indent="0" defTabSz="685800">
              <a:lnSpc>
                <a:spcPct val="90000"/>
              </a:lnSpc>
              <a:buNone/>
            </a:pPr>
            <a:r>
              <a:rPr lang="en-US" sz="2500" b="0" strike="noStrike" spc="-1">
                <a:solidFill>
                  <a:schemeClr val="lt2"/>
                </a:solidFill>
                <a:latin typeface="DIN Pro Medium"/>
              </a:rPr>
              <a:t>Optional Exercise: Which pipe?</a:t>
            </a:r>
            <a:endParaRPr lang="nl-NL" sz="2500" b="0" strike="noStrike" spc="-1">
              <a:solidFill>
                <a:schemeClr val="dk1"/>
              </a:solidFill>
              <a:latin typeface="Calibri"/>
            </a:endParaRPr>
          </a:p>
        </p:txBody>
      </p:sp>
      <p:sp>
        <p:nvSpPr>
          <p:cNvPr id="188" name="PlaceHolder 2"/>
          <p:cNvSpPr>
            <a:spLocks noGrp="1"/>
          </p:cNvSpPr>
          <p:nvPr>
            <p:ph/>
          </p:nvPr>
        </p:nvSpPr>
        <p:spPr>
          <a:xfrm>
            <a:off x="1235160" y="782640"/>
            <a:ext cx="10958040" cy="5433480"/>
          </a:xfrm>
          <a:prstGeom prst="rect">
            <a:avLst/>
          </a:prstGeom>
          <a:noFill/>
          <a:ln w="0">
            <a:noFill/>
          </a:ln>
        </p:spPr>
        <p:txBody>
          <a:bodyPr lIns="0" tIns="0" rIns="0" bIns="0" anchor="t">
            <a:noAutofit/>
          </a:bodyPr>
          <a:lstStyle/>
          <a:p>
            <a:pPr indent="0" defTabSz="685800">
              <a:lnSpc>
                <a:spcPct val="110000"/>
              </a:lnSpc>
              <a:buNone/>
              <a:tabLst>
                <a:tab pos="0" algn="l"/>
              </a:tabLst>
            </a:pPr>
            <a:r>
              <a:rPr lang="en-US" sz="2000" b="0" strike="noStrike" spc="-1" dirty="0">
                <a:solidFill>
                  <a:schemeClr val="dk2"/>
                </a:solidFill>
                <a:latin typeface="DIN Pro Medium"/>
              </a:rPr>
              <a:t>The file animals.csv contains 8 lines of data formatted as follows:</a:t>
            </a:r>
            <a:endParaRPr lang="nl-NL" sz="20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2012-11-05,deer,5</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2012-11-05,rabbit,22</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2012-11-05,raccoon,7</a:t>
            </a:r>
            <a:endParaRPr lang="nl-NL" sz="1800" b="0" strike="noStrike" spc="-1" dirty="0">
              <a:solidFill>
                <a:schemeClr val="dk2"/>
              </a:solidFill>
              <a:latin typeface="DIN Pro Medium"/>
            </a:endParaRPr>
          </a:p>
          <a:p>
            <a:pPr indent="0" defTabSz="685800">
              <a:lnSpc>
                <a:spcPct val="110000"/>
              </a:lnSpc>
              <a:buNone/>
              <a:tabLst>
                <a:tab pos="0" algn="l"/>
              </a:tabLst>
            </a:pPr>
            <a:r>
              <a:rPr lang="en-US" sz="1800" b="0" strike="noStrike" spc="-1" dirty="0">
                <a:solidFill>
                  <a:schemeClr val="dk2"/>
                </a:solidFill>
                <a:latin typeface="DIN Pro Medium"/>
              </a:rPr>
              <a:t>2012-11-06,rabbit,19</a:t>
            </a:r>
            <a:endParaRPr lang="nl-NL" sz="1800" b="0" strike="noStrike" spc="-1" dirty="0">
              <a:solidFill>
                <a:schemeClr val="dk2"/>
              </a:solidFill>
              <a:latin typeface="DIN Pro Medium"/>
            </a:endParaRPr>
          </a:p>
          <a:p>
            <a:pPr indent="0" defTabSz="685800">
              <a:lnSpc>
                <a:spcPct val="110000"/>
              </a:lnSpc>
              <a:buNone/>
              <a:tabLst>
                <a:tab pos="0" algn="l"/>
              </a:tabLst>
            </a:pPr>
            <a:r>
              <a:rPr lang="en-US" sz="2000" b="0" strike="noStrike" spc="-1" dirty="0">
                <a:solidFill>
                  <a:schemeClr val="dk2"/>
                </a:solidFill>
                <a:latin typeface="DIN Pro Medium"/>
              </a:rPr>
              <a:t>...</a:t>
            </a:r>
            <a:endParaRPr lang="nl-NL" sz="2000" b="0" strike="noStrike" spc="-1" dirty="0">
              <a:solidFill>
                <a:schemeClr val="dk2"/>
              </a:solidFill>
              <a:latin typeface="DIN Pro Medium"/>
            </a:endParaRPr>
          </a:p>
          <a:p>
            <a:pPr indent="0" defTabSz="685800">
              <a:lnSpc>
                <a:spcPct val="110000"/>
              </a:lnSpc>
              <a:buNone/>
              <a:tabLst>
                <a:tab pos="0" algn="l"/>
              </a:tabLst>
            </a:pPr>
            <a:r>
              <a:rPr lang="en-US" sz="2000" b="0" strike="noStrike" spc="-1" dirty="0">
                <a:solidFill>
                  <a:schemeClr val="dk2"/>
                </a:solidFill>
                <a:latin typeface="DIN Pro Medium"/>
              </a:rPr>
              <a:t>The </a:t>
            </a:r>
            <a:r>
              <a:rPr lang="en-US" sz="2000" b="0" strike="noStrike" spc="-1" dirty="0" err="1">
                <a:solidFill>
                  <a:schemeClr val="dk2"/>
                </a:solidFill>
                <a:latin typeface="DIN Pro Medium"/>
              </a:rPr>
              <a:t>uniq</a:t>
            </a:r>
            <a:r>
              <a:rPr lang="en-US" sz="2000" b="0" strike="noStrike" spc="-1" dirty="0">
                <a:solidFill>
                  <a:schemeClr val="dk2"/>
                </a:solidFill>
                <a:latin typeface="DIN Pro Medium"/>
              </a:rPr>
              <a:t> command has a -c option which gives a count of the number of times a line occurs in its input. Assuming your current directory is shell-lesson-data/exercise-data/animal-counts, what command would you use to produce a table that shows the total count of each type of animal in the file?</a:t>
            </a:r>
            <a:endParaRPr lang="nl-NL" sz="20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1800" b="0" strike="noStrike" spc="-1" dirty="0">
                <a:solidFill>
                  <a:schemeClr val="dk2"/>
                </a:solidFill>
                <a:latin typeface="DIN Pro Medium"/>
              </a:rPr>
              <a:t>sort animals.csv | </a:t>
            </a:r>
            <a:r>
              <a:rPr lang="en-US" sz="1800" b="0" strike="noStrike" spc="-1" dirty="0" err="1">
                <a:solidFill>
                  <a:schemeClr val="dk2"/>
                </a:solidFill>
                <a:latin typeface="DIN Pro Medium"/>
              </a:rPr>
              <a:t>uniq</a:t>
            </a:r>
            <a:r>
              <a:rPr lang="en-US" sz="1800" b="0" strike="noStrike" spc="-1" dirty="0">
                <a:solidFill>
                  <a:schemeClr val="dk2"/>
                </a:solidFill>
                <a:latin typeface="DIN Pro Medium"/>
              </a:rPr>
              <a:t> –c</a:t>
            </a:r>
            <a:endParaRPr lang="nl-NL" sz="18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1800" b="0" strike="noStrike" spc="-1" dirty="0">
                <a:solidFill>
                  <a:schemeClr val="dk2"/>
                </a:solidFill>
                <a:latin typeface="DIN Pro Medium"/>
              </a:rPr>
              <a:t>sort -t, -k2,2 animals.csv | </a:t>
            </a:r>
            <a:r>
              <a:rPr lang="en-US" sz="1800" b="0" strike="noStrike" spc="-1" dirty="0" err="1">
                <a:solidFill>
                  <a:schemeClr val="dk2"/>
                </a:solidFill>
                <a:latin typeface="DIN Pro Medium"/>
              </a:rPr>
              <a:t>uniq</a:t>
            </a:r>
            <a:r>
              <a:rPr lang="en-US" sz="1800" b="0" strike="noStrike" spc="-1" dirty="0">
                <a:solidFill>
                  <a:schemeClr val="dk2"/>
                </a:solidFill>
                <a:latin typeface="DIN Pro Medium"/>
              </a:rPr>
              <a:t> –c</a:t>
            </a:r>
            <a:endParaRPr lang="nl-NL" sz="18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1800" b="0" strike="noStrike" spc="-1" dirty="0">
                <a:solidFill>
                  <a:schemeClr val="dk2"/>
                </a:solidFill>
                <a:latin typeface="DIN Pro Medium"/>
              </a:rPr>
              <a:t>cut -d, -f 2 animals.csv | </a:t>
            </a:r>
            <a:r>
              <a:rPr lang="en-US" sz="1800" b="0" strike="noStrike" spc="-1" dirty="0" err="1">
                <a:solidFill>
                  <a:schemeClr val="dk2"/>
                </a:solidFill>
                <a:latin typeface="DIN Pro Medium"/>
              </a:rPr>
              <a:t>uniq</a:t>
            </a:r>
            <a:r>
              <a:rPr lang="en-US" sz="1800" b="0" strike="noStrike" spc="-1" dirty="0">
                <a:solidFill>
                  <a:schemeClr val="dk2"/>
                </a:solidFill>
                <a:latin typeface="DIN Pro Medium"/>
              </a:rPr>
              <a:t> –c</a:t>
            </a:r>
            <a:endParaRPr lang="nl-NL" sz="18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1800" b="0" strike="noStrike" spc="-1" dirty="0">
                <a:solidFill>
                  <a:schemeClr val="dk2"/>
                </a:solidFill>
                <a:latin typeface="DIN Pro Medium"/>
              </a:rPr>
              <a:t>cut -d, -f 2 animals.csv | sort | </a:t>
            </a:r>
            <a:r>
              <a:rPr lang="en-US" sz="1800" b="0" strike="noStrike" spc="-1" dirty="0" err="1">
                <a:solidFill>
                  <a:schemeClr val="dk2"/>
                </a:solidFill>
                <a:latin typeface="DIN Pro Medium"/>
              </a:rPr>
              <a:t>uniq</a:t>
            </a:r>
            <a:r>
              <a:rPr lang="en-US" sz="1800" b="0" strike="noStrike" spc="-1" dirty="0">
                <a:solidFill>
                  <a:schemeClr val="dk2"/>
                </a:solidFill>
                <a:latin typeface="DIN Pro Medium"/>
              </a:rPr>
              <a:t> –c</a:t>
            </a:r>
            <a:endParaRPr lang="nl-NL" sz="1800" b="0" strike="noStrike" spc="-1" dirty="0">
              <a:solidFill>
                <a:schemeClr val="dk2"/>
              </a:solidFill>
              <a:latin typeface="DIN Pro Medium"/>
            </a:endParaRPr>
          </a:p>
          <a:p>
            <a:pPr marL="457200" indent="-457200" defTabSz="685800">
              <a:lnSpc>
                <a:spcPct val="110000"/>
              </a:lnSpc>
              <a:buClr>
                <a:srgbClr val="0089CF"/>
              </a:buClr>
              <a:buFont typeface="Arial"/>
              <a:buAutoNum type="arabicPeriod"/>
              <a:tabLst>
                <a:tab pos="0" algn="l"/>
              </a:tabLst>
            </a:pPr>
            <a:r>
              <a:rPr lang="en-US" sz="1800" b="0" strike="noStrike" spc="-1" dirty="0">
                <a:solidFill>
                  <a:schemeClr val="dk2"/>
                </a:solidFill>
                <a:latin typeface="DIN Pro Medium"/>
              </a:rPr>
              <a:t>cut -d, -f 2 animals.csv | sort | </a:t>
            </a:r>
            <a:r>
              <a:rPr lang="en-US" sz="1800" b="0" strike="noStrike" spc="-1" dirty="0" err="1">
                <a:solidFill>
                  <a:schemeClr val="dk2"/>
                </a:solidFill>
                <a:latin typeface="DIN Pro Medium"/>
              </a:rPr>
              <a:t>uniq</a:t>
            </a:r>
            <a:r>
              <a:rPr lang="en-US" sz="1800" b="0" strike="noStrike" spc="-1" dirty="0">
                <a:solidFill>
                  <a:schemeClr val="dk2"/>
                </a:solidFill>
                <a:latin typeface="DIN Pro Medium"/>
              </a:rPr>
              <a:t> -c | </a:t>
            </a:r>
            <a:r>
              <a:rPr lang="en-US" sz="1800" b="0" strike="noStrike" spc="-1" dirty="0" err="1">
                <a:solidFill>
                  <a:schemeClr val="dk2"/>
                </a:solidFill>
                <a:latin typeface="DIN Pro Medium"/>
              </a:rPr>
              <a:t>wc</a:t>
            </a:r>
            <a:r>
              <a:rPr lang="en-US" sz="1800" b="0" strike="noStrike" spc="-1" dirty="0">
                <a:solidFill>
                  <a:schemeClr val="dk2"/>
                </a:solidFill>
                <a:latin typeface="DIN Pro Medium"/>
              </a:rPr>
              <a:t> -l</a:t>
            </a:r>
            <a:endParaRPr lang="nl-NL" sz="1800" b="0" strike="noStrike" spc="-1" dirty="0">
              <a:solidFill>
                <a:schemeClr val="dk2"/>
              </a:solidFill>
              <a:latin typeface="DIN Pro Medium"/>
            </a:endParaRPr>
          </a:p>
        </p:txBody>
      </p:sp>
      <p:sp>
        <p:nvSpPr>
          <p:cNvPr id="189" name="PlaceHolder 3"/>
          <p:cNvSpPr>
            <a:spLocks noGrp="1"/>
          </p:cNvSpPr>
          <p:nvPr>
            <p:ph type="sldNum" idx="38"/>
          </p:nvPr>
        </p:nvSpPr>
        <p:spPr>
          <a:xfrm>
            <a:off x="450720" y="5958000"/>
            <a:ext cx="783720" cy="899640"/>
          </a:xfrm>
          <a:prstGeom prst="rect">
            <a:avLst/>
          </a:prstGeom>
          <a:noFill/>
          <a:ln w="0">
            <a:noFill/>
          </a:ln>
        </p:spPr>
        <p:txBody>
          <a:bodyPr lIns="0" tIns="0" rIns="0" bIns="0" anchor="ctr">
            <a:noAutofit/>
          </a:bodyPr>
          <a:lstStyle>
            <a:lvl1pPr indent="0" defTabSz="914400">
              <a:lnSpc>
                <a:spcPct val="100000"/>
              </a:lnSpc>
              <a:buNone/>
              <a:defRPr lang="nl-NL" sz="1050" b="0" strike="noStrike" spc="-1">
                <a:solidFill>
                  <a:srgbClr val="7F7F7F"/>
                </a:solidFill>
                <a:latin typeface="DINPro"/>
              </a:defRPr>
            </a:lvl1pPr>
          </a:lstStyle>
          <a:p>
            <a:pPr indent="0" defTabSz="914400">
              <a:lnSpc>
                <a:spcPct val="100000"/>
              </a:lnSpc>
              <a:buNone/>
            </a:pPr>
            <a:fld id="{F029FDFC-A139-455A-936C-0CD2EE5BFB7A}" type="slidenum">
              <a:rPr lang="nl-NL" sz="1050" b="0" strike="noStrike" spc="-1">
                <a:solidFill>
                  <a:srgbClr val="7F7F7F"/>
                </a:solidFill>
                <a:latin typeface="DINPro"/>
              </a:rPr>
              <a:t>19</a:t>
            </a:fld>
            <a:r>
              <a:rPr lang="nl-NL" sz="1050" b="0" strike="noStrike" spc="-1">
                <a:solidFill>
                  <a:srgbClr val="7F7F7F"/>
                </a:solidFill>
                <a:latin typeface="DINPro"/>
              </a:rPr>
              <a:t> </a:t>
            </a:r>
            <a:endParaRPr lang="en-US" sz="1050" b="0" strike="noStrike" spc="-1">
              <a:solidFill>
                <a:srgbClr val="000000"/>
              </a:solid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p:cTn id="6" dur="2000" fill="hold"/>
                                        <p:tgtEl>
                                          <p:spTgt spid="188">
                                            <p:txEl>
                                              <p:pRg st="10" end="10"/>
                                            </p:txEl>
                                          </p:spTgt>
                                        </p:tgtEl>
                                        <p:attrNameLst>
                                          <p:attrName>style.color</p:attrName>
                                        </p:attrNameLst>
                                      </p:cBhvr>
                                      <p:to>
                                        <a:srgbClr val="4FAF48"/>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VU layout">
  <a:themeElements>
    <a:clrScheme name="VU colors">
      <a:dk1>
        <a:srgbClr val="000000"/>
      </a:dk1>
      <a:lt1>
        <a:srgbClr val="0089CF"/>
      </a:lt1>
      <a:dk2>
        <a:srgbClr val="0089CF"/>
      </a:dk2>
      <a:lt2>
        <a:srgbClr val="FFFFFF"/>
      </a:lt2>
      <a:accent1>
        <a:srgbClr val="0089CF"/>
      </a:accent1>
      <a:accent2>
        <a:srgbClr val="4FAF48"/>
      </a:accent2>
      <a:accent3>
        <a:srgbClr val="E8692D"/>
      </a:accent3>
      <a:accent4>
        <a:srgbClr val="8E4DA4"/>
      </a:accent4>
      <a:accent5>
        <a:srgbClr val="F3BA30"/>
      </a:accent5>
      <a:accent6>
        <a:srgbClr val="666666"/>
      </a:accent6>
      <a:hlink>
        <a:srgbClr val="0563C1"/>
      </a:hlink>
      <a:folHlink>
        <a:srgbClr val="954F72"/>
      </a:folHlink>
    </a:clrScheme>
    <a:fontScheme name="Calibri">
      <a:majorFont>
        <a:latin typeface="Calibri" panose="020F05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VU layout">
  <a:themeElements>
    <a:clrScheme name="VU colors">
      <a:dk1>
        <a:srgbClr val="000000"/>
      </a:dk1>
      <a:lt1>
        <a:srgbClr val="0089CF"/>
      </a:lt1>
      <a:dk2>
        <a:srgbClr val="0089CF"/>
      </a:dk2>
      <a:lt2>
        <a:srgbClr val="FFFFFF"/>
      </a:lt2>
      <a:accent1>
        <a:srgbClr val="0089CF"/>
      </a:accent1>
      <a:accent2>
        <a:srgbClr val="4FAF48"/>
      </a:accent2>
      <a:accent3>
        <a:srgbClr val="E8692D"/>
      </a:accent3>
      <a:accent4>
        <a:srgbClr val="8E4DA4"/>
      </a:accent4>
      <a:accent5>
        <a:srgbClr val="F3BA30"/>
      </a:accent5>
      <a:accent6>
        <a:srgbClr val="666666"/>
      </a:accent6>
      <a:hlink>
        <a:srgbClr val="0563C1"/>
      </a:hlink>
      <a:folHlink>
        <a:srgbClr val="954F72"/>
      </a:folHlink>
    </a:clrScheme>
    <a:fontScheme name="Calibri">
      <a:majorFont>
        <a:latin typeface="Calibri" panose="020F05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VU layout">
  <a:themeElements>
    <a:clrScheme name="VU colors">
      <a:dk1>
        <a:srgbClr val="000000"/>
      </a:dk1>
      <a:lt1>
        <a:srgbClr val="0089CF"/>
      </a:lt1>
      <a:dk2>
        <a:srgbClr val="0089CF"/>
      </a:dk2>
      <a:lt2>
        <a:srgbClr val="FFFFFF"/>
      </a:lt2>
      <a:accent1>
        <a:srgbClr val="0089CF"/>
      </a:accent1>
      <a:accent2>
        <a:srgbClr val="4FAF48"/>
      </a:accent2>
      <a:accent3>
        <a:srgbClr val="E8692D"/>
      </a:accent3>
      <a:accent4>
        <a:srgbClr val="8E4DA4"/>
      </a:accent4>
      <a:accent5>
        <a:srgbClr val="F3BA30"/>
      </a:accent5>
      <a:accent6>
        <a:srgbClr val="666666"/>
      </a:accent6>
      <a:hlink>
        <a:srgbClr val="0563C1"/>
      </a:hlink>
      <a:folHlink>
        <a:srgbClr val="954F72"/>
      </a:folHlink>
    </a:clrScheme>
    <a:fontScheme name="Calibri">
      <a:majorFont>
        <a:latin typeface="Calibri" panose="020F05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VU Presentation</Template>
  <TotalTime>2871</TotalTime>
  <Words>1546</Words>
  <Application>Microsoft Office PowerPoint</Application>
  <PresentationFormat>Custom</PresentationFormat>
  <Paragraphs>218</Paragraphs>
  <Slides>19</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19</vt:i4>
      </vt:variant>
    </vt:vector>
  </HeadingPairs>
  <TitlesOfParts>
    <vt:vector size="29" baseType="lpstr">
      <vt:lpstr>Arial</vt:lpstr>
      <vt:lpstr>Arial Unicode MS</vt:lpstr>
      <vt:lpstr>Calibri</vt:lpstr>
      <vt:lpstr>DIN Pro Medium</vt:lpstr>
      <vt:lpstr>DINPro</vt:lpstr>
      <vt:lpstr>OpenSymbol</vt:lpstr>
      <vt:lpstr>Wingdings</vt:lpstr>
      <vt:lpstr>VU layout</vt:lpstr>
      <vt:lpstr>VU layout</vt:lpstr>
      <vt:lpstr>VU layout</vt:lpstr>
      <vt:lpstr>PowerPoint Presentation</vt:lpstr>
      <vt:lpstr>Setup</vt:lpstr>
      <vt:lpstr>Outline for today</vt:lpstr>
      <vt:lpstr>About folders/directories and files</vt:lpstr>
      <vt:lpstr>Directories</vt:lpstr>
      <vt:lpstr>Exercise: Absolute vs. Relative Paths</vt:lpstr>
      <vt:lpstr>Exercise: Reading Comprehension</vt:lpstr>
      <vt:lpstr>General Syntax of a Shell command</vt:lpstr>
      <vt:lpstr>Exercise: Renaming files</vt:lpstr>
      <vt:lpstr>Exercise: Moving and Copying</vt:lpstr>
      <vt:lpstr>Exercise: wildcards</vt:lpstr>
      <vt:lpstr>Exercise: Organising directories and files</vt:lpstr>
      <vt:lpstr>The sort command</vt:lpstr>
      <vt:lpstr>What does &gt;&gt; mean?</vt:lpstr>
      <vt:lpstr>Appending data</vt:lpstr>
      <vt:lpstr>Exercise: Piping commands together</vt:lpstr>
      <vt:lpstr>Exercise: Pipe Reading Comprehension</vt:lpstr>
      <vt:lpstr>Optional Exercise: Pipe Construction</vt:lpstr>
      <vt:lpstr>Optional Exercise: Which pipe?</vt:lpstr>
    </vt:vector>
  </TitlesOfParts>
  <Company>Vrije Universiteit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Rodenburg, E.J. (Elisa)</dc:creator>
  <dc:description/>
  <cp:lastModifiedBy>Vermaas, M. (Meron)</cp:lastModifiedBy>
  <cp:revision>35</cp:revision>
  <dcterms:created xsi:type="dcterms:W3CDTF">2022-10-24T12:14:07Z</dcterms:created>
  <dcterms:modified xsi:type="dcterms:W3CDTF">2025-02-26T08:29:11Z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vt:r8>
  </property>
  <property fmtid="{D5CDD505-2E9C-101B-9397-08002B2CF9AE}" pid="3" name="PresentationFormat">
    <vt:lpwstr>Aangepast</vt:lpwstr>
  </property>
  <property fmtid="{D5CDD505-2E9C-101B-9397-08002B2CF9AE}" pid="4" name="SjabloonVersiedatum">
    <vt:lpwstr>11 12 2020</vt:lpwstr>
  </property>
  <property fmtid="{D5CDD505-2E9C-101B-9397-08002B2CF9AE}" pid="5" name="Slides">
    <vt:r8>29</vt:r8>
  </property>
  <property fmtid="{D5CDD505-2E9C-101B-9397-08002B2CF9AE}" pid="6" name="TemplateName">
    <vt:lpwstr>VU</vt:lpwstr>
  </property>
</Properties>
</file>